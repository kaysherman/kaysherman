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7CCB9E-90DE-4118-A53C-089F1D8D3A4F}" v="8" dt="2026-04-03T02:59:51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 Sherman" userId="0c0a462540c6c10b" providerId="LiveId" clId="{BB061BE6-74E9-42DA-84A1-6DBF1B979B0B}"/>
    <pc:docChg chg="undo redo custSel modSld">
      <pc:chgData name="Kay Sherman" userId="0c0a462540c6c10b" providerId="LiveId" clId="{BB061BE6-74E9-42DA-84A1-6DBF1B979B0B}" dt="2026-04-03T03:14:21.451" v="250" actId="26606"/>
      <pc:docMkLst>
        <pc:docMk/>
      </pc:docMkLst>
      <pc:sldChg chg="addSp delSp modSp mod setBg addAnim delAnim setClrOvrMap">
        <pc:chgData name="Kay Sherman" userId="0c0a462540c6c10b" providerId="LiveId" clId="{BB061BE6-74E9-42DA-84A1-6DBF1B979B0B}" dt="2026-04-03T03:14:21.451" v="250" actId="26606"/>
        <pc:sldMkLst>
          <pc:docMk/>
          <pc:sldMk cId="0" sldId="256"/>
        </pc:sldMkLst>
        <pc:spChg chg="mod">
          <ac:chgData name="Kay Sherman" userId="0c0a462540c6c10b" providerId="LiveId" clId="{BB061BE6-74E9-42DA-84A1-6DBF1B979B0B}" dt="2026-04-03T03:14:21.451" v="249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ay Sherman" userId="0c0a462540c6c10b" providerId="LiveId" clId="{BB061BE6-74E9-42DA-84A1-6DBF1B979B0B}" dt="2026-04-03T03:14:21.451" v="250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Kay Sherman" userId="0c0a462540c6c10b" providerId="LiveId" clId="{BB061BE6-74E9-42DA-84A1-6DBF1B979B0B}" dt="2026-04-03T02:48:07.200" v="104" actId="26606"/>
          <ac:spMkLst>
            <pc:docMk/>
            <pc:sldMk cId="0" sldId="256"/>
            <ac:spMk id="8" creationId="{7E134C76-7FB4-4BB7-9322-DD8A4B179ACD}"/>
          </ac:spMkLst>
        </pc:spChg>
        <pc:spChg chg="add del">
          <ac:chgData name="Kay Sherman" userId="0c0a462540c6c10b" providerId="LiveId" clId="{BB061BE6-74E9-42DA-84A1-6DBF1B979B0B}" dt="2026-04-03T02:48:07.200" v="104" actId="26606"/>
          <ac:spMkLst>
            <pc:docMk/>
            <pc:sldMk cId="0" sldId="256"/>
            <ac:spMk id="10" creationId="{C0C57804-4F33-4D85-AA3E-DA0F214BBD91}"/>
          </ac:spMkLst>
        </pc:spChg>
        <pc:spChg chg="add del">
          <ac:chgData name="Kay Sherman" userId="0c0a462540c6c10b" providerId="LiveId" clId="{BB061BE6-74E9-42DA-84A1-6DBF1B979B0B}" dt="2026-04-03T02:48:07.184" v="103" actId="26606"/>
          <ac:spMkLst>
            <pc:docMk/>
            <pc:sldMk cId="0" sldId="256"/>
            <ac:spMk id="15" creationId="{313BE87B-D7FD-4BF3-A7BC-511F522528C2}"/>
          </ac:spMkLst>
        </pc:spChg>
        <pc:spChg chg="add del">
          <ac:chgData name="Kay Sherman" userId="0c0a462540c6c10b" providerId="LiveId" clId="{BB061BE6-74E9-42DA-84A1-6DBF1B979B0B}" dt="2026-04-03T02:48:07.184" v="103" actId="26606"/>
          <ac:spMkLst>
            <pc:docMk/>
            <pc:sldMk cId="0" sldId="256"/>
            <ac:spMk id="17" creationId="{035A481B-C639-4892-B0EF-4D8373A9B06A}"/>
          </ac:spMkLst>
        </pc:spChg>
        <pc:spChg chg="add del">
          <ac:chgData name="Kay Sherman" userId="0c0a462540c6c10b" providerId="LiveId" clId="{BB061BE6-74E9-42DA-84A1-6DBF1B979B0B}" dt="2026-04-03T02:48:07.184" v="103" actId="26606"/>
          <ac:spMkLst>
            <pc:docMk/>
            <pc:sldMk cId="0" sldId="256"/>
            <ac:spMk id="19" creationId="{052BD58B-6284-459E-9FF4-A97F3A569074}"/>
          </ac:spMkLst>
        </pc:spChg>
        <pc:spChg chg="add del">
          <ac:chgData name="Kay Sherman" userId="0c0a462540c6c10b" providerId="LiveId" clId="{BB061BE6-74E9-42DA-84A1-6DBF1B979B0B}" dt="2026-04-03T03:13:32.457" v="236" actId="26606"/>
          <ac:spMkLst>
            <pc:docMk/>
            <pc:sldMk cId="0" sldId="256"/>
            <ac:spMk id="28" creationId="{4609862E-48F9-45AC-8D44-67A0268A7935}"/>
          </ac:spMkLst>
        </pc:spChg>
        <pc:spChg chg="add del">
          <ac:chgData name="Kay Sherman" userId="0c0a462540c6c10b" providerId="LiveId" clId="{BB061BE6-74E9-42DA-84A1-6DBF1B979B0B}" dt="2026-04-03T03:13:32.457" v="236" actId="26606"/>
          <ac:spMkLst>
            <pc:docMk/>
            <pc:sldMk cId="0" sldId="256"/>
            <ac:spMk id="29" creationId="{2D5EEA8B-2D86-4D1D-96B3-6B8290303786}"/>
          </ac:spMkLst>
        </pc:spChg>
        <pc:spChg chg="add del">
          <ac:chgData name="Kay Sherman" userId="0c0a462540c6c10b" providerId="LiveId" clId="{BB061BE6-74E9-42DA-84A1-6DBF1B979B0B}" dt="2026-04-03T03:13:16.369" v="231" actId="26606"/>
          <ac:spMkLst>
            <pc:docMk/>
            <pc:sldMk cId="0" sldId="256"/>
            <ac:spMk id="34" creationId="{EB88142C-D3C4-43DC-A844-A7D9ECB0F5CD}"/>
          </ac:spMkLst>
        </pc:spChg>
        <pc:spChg chg="add del">
          <ac:chgData name="Kay Sherman" userId="0c0a462540c6c10b" providerId="LiveId" clId="{BB061BE6-74E9-42DA-84A1-6DBF1B979B0B}" dt="2026-04-03T03:13:16.369" v="231" actId="26606"/>
          <ac:spMkLst>
            <pc:docMk/>
            <pc:sldMk cId="0" sldId="256"/>
            <ac:spMk id="36" creationId="{416DC9EF-092A-4FEF-8A40-0E509CA79855}"/>
          </ac:spMkLst>
        </pc:spChg>
        <pc:spChg chg="add del">
          <ac:chgData name="Kay Sherman" userId="0c0a462540c6c10b" providerId="LiveId" clId="{BB061BE6-74E9-42DA-84A1-6DBF1B979B0B}" dt="2026-04-03T03:13:28.789" v="233" actId="26606"/>
          <ac:spMkLst>
            <pc:docMk/>
            <pc:sldMk cId="0" sldId="256"/>
            <ac:spMk id="38" creationId="{052BD58B-6284-459E-9FF4-A97F3A569074}"/>
          </ac:spMkLst>
        </pc:spChg>
        <pc:spChg chg="add del">
          <ac:chgData name="Kay Sherman" userId="0c0a462540c6c10b" providerId="LiveId" clId="{BB061BE6-74E9-42DA-84A1-6DBF1B979B0B}" dt="2026-04-03T03:13:28.789" v="233" actId="26606"/>
          <ac:spMkLst>
            <pc:docMk/>
            <pc:sldMk cId="0" sldId="256"/>
            <ac:spMk id="39" creationId="{313BE87B-D7FD-4BF3-A7BC-511F522528C2}"/>
          </ac:spMkLst>
        </pc:spChg>
        <pc:spChg chg="add del">
          <ac:chgData name="Kay Sherman" userId="0c0a462540c6c10b" providerId="LiveId" clId="{BB061BE6-74E9-42DA-84A1-6DBF1B979B0B}" dt="2026-04-03T03:13:28.789" v="233" actId="26606"/>
          <ac:spMkLst>
            <pc:docMk/>
            <pc:sldMk cId="0" sldId="256"/>
            <ac:spMk id="46" creationId="{035A481B-C639-4892-B0EF-4D8373A9B06A}"/>
          </ac:spMkLst>
        </pc:spChg>
        <pc:spChg chg="add del">
          <ac:chgData name="Kay Sherman" userId="0c0a462540c6c10b" providerId="LiveId" clId="{BB061BE6-74E9-42DA-84A1-6DBF1B979B0B}" dt="2026-04-03T03:13:32.449" v="235" actId="26606"/>
          <ac:spMkLst>
            <pc:docMk/>
            <pc:sldMk cId="0" sldId="256"/>
            <ac:spMk id="48" creationId="{285FDA20-1F2D-4C6B-BEA2-541F2A2DBDA7}"/>
          </ac:spMkLst>
        </pc:spChg>
        <pc:spChg chg="add del">
          <ac:chgData name="Kay Sherman" userId="0c0a462540c6c10b" providerId="LiveId" clId="{BB061BE6-74E9-42DA-84A1-6DBF1B979B0B}" dt="2026-04-03T03:13:32.449" v="235" actId="26606"/>
          <ac:spMkLst>
            <pc:docMk/>
            <pc:sldMk cId="0" sldId="256"/>
            <ac:spMk id="49" creationId="{D7A1FF82-7172-4BD7-A331-B18CA494D36F}"/>
          </ac:spMkLst>
        </pc:spChg>
        <pc:spChg chg="add del">
          <ac:chgData name="Kay Sherman" userId="0c0a462540c6c10b" providerId="LiveId" clId="{BB061BE6-74E9-42DA-84A1-6DBF1B979B0B}" dt="2026-04-03T03:13:52.723" v="240" actId="26606"/>
          <ac:spMkLst>
            <pc:docMk/>
            <pc:sldMk cId="0" sldId="256"/>
            <ac:spMk id="51" creationId="{4609862E-48F9-45AC-8D44-67A0268A7935}"/>
          </ac:spMkLst>
        </pc:spChg>
        <pc:spChg chg="add del">
          <ac:chgData name="Kay Sherman" userId="0c0a462540c6c10b" providerId="LiveId" clId="{BB061BE6-74E9-42DA-84A1-6DBF1B979B0B}" dt="2026-04-03T03:13:52.723" v="240" actId="26606"/>
          <ac:spMkLst>
            <pc:docMk/>
            <pc:sldMk cId="0" sldId="256"/>
            <ac:spMk id="52" creationId="{2D5EEA8B-2D86-4D1D-96B3-6B8290303786}"/>
          </ac:spMkLst>
        </pc:spChg>
        <pc:spChg chg="add del">
          <ac:chgData name="Kay Sherman" userId="0c0a462540c6c10b" providerId="LiveId" clId="{BB061BE6-74E9-42DA-84A1-6DBF1B979B0B}" dt="2026-04-03T03:13:52.723" v="239" actId="26606"/>
          <ac:spMkLst>
            <pc:docMk/>
            <pc:sldMk cId="0" sldId="256"/>
            <ac:spMk id="57" creationId="{4609862E-48F9-45AC-8D44-67A0268A7935}"/>
          </ac:spMkLst>
        </pc:spChg>
        <pc:spChg chg="add del">
          <ac:chgData name="Kay Sherman" userId="0c0a462540c6c10b" providerId="LiveId" clId="{BB061BE6-74E9-42DA-84A1-6DBF1B979B0B}" dt="2026-04-03T03:14:21.451" v="250" actId="26606"/>
          <ac:spMkLst>
            <pc:docMk/>
            <pc:sldMk cId="0" sldId="256"/>
            <ac:spMk id="61" creationId="{4609862E-48F9-45AC-8D44-67A0268A7935}"/>
          </ac:spMkLst>
        </pc:spChg>
        <pc:spChg chg="add del">
          <ac:chgData name="Kay Sherman" userId="0c0a462540c6c10b" providerId="LiveId" clId="{BB061BE6-74E9-42DA-84A1-6DBF1B979B0B}" dt="2026-04-03T03:14:21.451" v="250" actId="26606"/>
          <ac:spMkLst>
            <pc:docMk/>
            <pc:sldMk cId="0" sldId="256"/>
            <ac:spMk id="62" creationId="{2D5EEA8B-2D86-4D1D-96B3-6B8290303786}"/>
          </ac:spMkLst>
        </pc:spChg>
        <pc:spChg chg="add del">
          <ac:chgData name="Kay Sherman" userId="0c0a462540c6c10b" providerId="LiveId" clId="{BB061BE6-74E9-42DA-84A1-6DBF1B979B0B}" dt="2026-04-03T03:14:09.154" v="243" actId="26606"/>
          <ac:spMkLst>
            <pc:docMk/>
            <pc:sldMk cId="0" sldId="256"/>
            <ac:spMk id="67" creationId="{4609862E-48F9-45AC-8D44-67A0268A7935}"/>
          </ac:spMkLst>
        </pc:spChg>
        <pc:spChg chg="add del">
          <ac:chgData name="Kay Sherman" userId="0c0a462540c6c10b" providerId="LiveId" clId="{BB061BE6-74E9-42DA-84A1-6DBF1B979B0B}" dt="2026-04-03T03:14:10.557" v="245" actId="26606"/>
          <ac:spMkLst>
            <pc:docMk/>
            <pc:sldMk cId="0" sldId="256"/>
            <ac:spMk id="71" creationId="{4A9B19C2-B29A-4924-9E7E-6FBF17F5854E}"/>
          </ac:spMkLst>
        </pc:spChg>
        <pc:spChg chg="add del">
          <ac:chgData name="Kay Sherman" userId="0c0a462540c6c10b" providerId="LiveId" clId="{BB061BE6-74E9-42DA-84A1-6DBF1B979B0B}" dt="2026-04-03T03:14:10.557" v="245" actId="26606"/>
          <ac:spMkLst>
            <pc:docMk/>
            <pc:sldMk cId="0" sldId="256"/>
            <ac:spMk id="72" creationId="{991E317B-75E3-4171-A07A-B263C1D6DCA5}"/>
          </ac:spMkLst>
        </pc:spChg>
        <pc:spChg chg="add del">
          <ac:chgData name="Kay Sherman" userId="0c0a462540c6c10b" providerId="LiveId" clId="{BB061BE6-74E9-42DA-84A1-6DBF1B979B0B}" dt="2026-04-03T03:14:18.200" v="247" actId="26606"/>
          <ac:spMkLst>
            <pc:docMk/>
            <pc:sldMk cId="0" sldId="256"/>
            <ac:spMk id="80" creationId="{EB88142C-D3C4-43DC-A844-A7D9ECB0F5CD}"/>
          </ac:spMkLst>
        </pc:spChg>
        <pc:spChg chg="add del">
          <ac:chgData name="Kay Sherman" userId="0c0a462540c6c10b" providerId="LiveId" clId="{BB061BE6-74E9-42DA-84A1-6DBF1B979B0B}" dt="2026-04-03T03:14:18.200" v="247" actId="26606"/>
          <ac:spMkLst>
            <pc:docMk/>
            <pc:sldMk cId="0" sldId="256"/>
            <ac:spMk id="81" creationId="{416DC9EF-092A-4FEF-8A40-0E509CA79855}"/>
          </ac:spMkLst>
        </pc:spChg>
        <pc:spChg chg="add del">
          <ac:chgData name="Kay Sherman" userId="0c0a462540c6c10b" providerId="LiveId" clId="{BB061BE6-74E9-42DA-84A1-6DBF1B979B0B}" dt="2026-04-03T03:14:21.451" v="249" actId="26606"/>
          <ac:spMkLst>
            <pc:docMk/>
            <pc:sldMk cId="0" sldId="256"/>
            <ac:spMk id="83" creationId="{7E134C76-7FB4-4BB7-9322-DD8A4B179ACD}"/>
          </ac:spMkLst>
        </pc:spChg>
        <pc:spChg chg="add del">
          <ac:chgData name="Kay Sherman" userId="0c0a462540c6c10b" providerId="LiveId" clId="{BB061BE6-74E9-42DA-84A1-6DBF1B979B0B}" dt="2026-04-03T03:14:21.451" v="249" actId="26606"/>
          <ac:spMkLst>
            <pc:docMk/>
            <pc:sldMk cId="0" sldId="256"/>
            <ac:spMk id="84" creationId="{C0C57804-4F33-4D85-AA3E-DA0F214BBD91}"/>
          </ac:spMkLst>
        </pc:spChg>
        <pc:spChg chg="add">
          <ac:chgData name="Kay Sherman" userId="0c0a462540c6c10b" providerId="LiveId" clId="{BB061BE6-74E9-42DA-84A1-6DBF1B979B0B}" dt="2026-04-03T03:14:21.451" v="250" actId="26606"/>
          <ac:spMkLst>
            <pc:docMk/>
            <pc:sldMk cId="0" sldId="256"/>
            <ac:spMk id="86" creationId="{4609862E-48F9-45AC-8D44-67A0268A7935}"/>
          </ac:spMkLst>
        </pc:spChg>
        <pc:spChg chg="add">
          <ac:chgData name="Kay Sherman" userId="0c0a462540c6c10b" providerId="LiveId" clId="{BB061BE6-74E9-42DA-84A1-6DBF1B979B0B}" dt="2026-04-03T03:14:21.451" v="250" actId="26606"/>
          <ac:spMkLst>
            <pc:docMk/>
            <pc:sldMk cId="0" sldId="256"/>
            <ac:spMk id="87" creationId="{2D5EEA8B-2D86-4D1D-96B3-6B8290303786}"/>
          </ac:spMkLst>
        </pc:spChg>
        <pc:grpChg chg="add del">
          <ac:chgData name="Kay Sherman" userId="0c0a462540c6c10b" providerId="LiveId" clId="{BB061BE6-74E9-42DA-84A1-6DBF1B979B0B}" dt="2026-04-03T02:48:07.184" v="103" actId="26606"/>
          <ac:grpSpMkLst>
            <pc:docMk/>
            <pc:sldMk cId="0" sldId="256"/>
            <ac:grpSpMk id="21" creationId="{AE589C21-CEDE-4D90-AC85-6E43B68D1316}"/>
          </ac:grpSpMkLst>
        </pc:grpChg>
        <pc:grpChg chg="add del">
          <ac:chgData name="Kay Sherman" userId="0c0a462540c6c10b" providerId="LiveId" clId="{BB061BE6-74E9-42DA-84A1-6DBF1B979B0B}" dt="2026-04-03T03:13:28.789" v="233" actId="26606"/>
          <ac:grpSpMkLst>
            <pc:docMk/>
            <pc:sldMk cId="0" sldId="256"/>
            <ac:grpSpMk id="40" creationId="{AE589C21-CEDE-4D90-AC85-6E43B68D1316}"/>
          </ac:grpSpMkLst>
        </pc:grpChg>
        <pc:grpChg chg="add del">
          <ac:chgData name="Kay Sherman" userId="0c0a462540c6c10b" providerId="LiveId" clId="{BB061BE6-74E9-42DA-84A1-6DBF1B979B0B}" dt="2026-04-03T03:14:10.557" v="245" actId="26606"/>
          <ac:grpSpMkLst>
            <pc:docMk/>
            <pc:sldMk cId="0" sldId="256"/>
            <ac:grpSpMk id="73" creationId="{34C85634-D5F5-4047-8F35-F4B1F50AB1A7}"/>
          </ac:grpSpMkLst>
        </pc:grpChg>
        <pc:picChg chg="add del">
          <ac:chgData name="Kay Sherman" userId="0c0a462540c6c10b" providerId="LiveId" clId="{BB061BE6-74E9-42DA-84A1-6DBF1B979B0B}" dt="2026-04-03T03:14:10.557" v="245" actId="26606"/>
          <ac:picMkLst>
            <pc:docMk/>
            <pc:sldMk cId="0" sldId="256"/>
            <ac:picMk id="66" creationId="{B5642DD0-BB60-2285-FC49-BC85483F4DDE}"/>
          </ac:picMkLst>
        </pc:picChg>
        <pc:cxnChg chg="add del">
          <ac:chgData name="Kay Sherman" userId="0c0a462540c6c10b" providerId="LiveId" clId="{BB061BE6-74E9-42DA-84A1-6DBF1B979B0B}" dt="2026-04-03T03:13:52.723" v="239" actId="26606"/>
          <ac:cxnSpMkLst>
            <pc:docMk/>
            <pc:sldMk cId="0" sldId="256"/>
            <ac:cxnSpMk id="59" creationId="{ABEC335A-D1CD-4687-AB54-7E9FEC72BC2D}"/>
          </ac:cxnSpMkLst>
        </pc:cxnChg>
        <pc:cxnChg chg="add del">
          <ac:chgData name="Kay Sherman" userId="0c0a462540c6c10b" providerId="LiveId" clId="{BB061BE6-74E9-42DA-84A1-6DBF1B979B0B}" dt="2026-04-03T03:14:09.154" v="243" actId="26606"/>
          <ac:cxnSpMkLst>
            <pc:docMk/>
            <pc:sldMk cId="0" sldId="256"/>
            <ac:cxnSpMk id="69" creationId="{ABEC335A-D1CD-4687-AB54-7E9FEC72BC2D}"/>
          </ac:cxnSpMkLst>
        </pc:cxnChg>
      </pc:sldChg>
      <pc:sldChg chg="addSp delSp modSp mod">
        <pc:chgData name="Kay Sherman" userId="0c0a462540c6c10b" providerId="LiveId" clId="{BB061BE6-74E9-42DA-84A1-6DBF1B979B0B}" dt="2026-04-03T03:09:23.239" v="208" actId="20577"/>
        <pc:sldMkLst>
          <pc:docMk/>
          <pc:sldMk cId="0" sldId="257"/>
        </pc:sldMkLst>
        <pc:spChg chg="mod">
          <ac:chgData name="Kay Sherman" userId="0c0a462540c6c10b" providerId="LiveId" clId="{BB061BE6-74E9-42DA-84A1-6DBF1B979B0B}" dt="2026-04-03T02:48:33.857" v="107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Kay Sherman" userId="0c0a462540c6c10b" providerId="LiveId" clId="{BB061BE6-74E9-42DA-84A1-6DBF1B979B0B}" dt="2026-04-03T03:06:05.071" v="184" actId="26606"/>
          <ac:spMkLst>
            <pc:docMk/>
            <pc:sldMk cId="0" sldId="257"/>
            <ac:spMk id="3" creationId="{00000000-0000-0000-0000-000000000000}"/>
          </ac:spMkLst>
        </pc:spChg>
        <pc:spChg chg="del">
          <ac:chgData name="Kay Sherman" userId="0c0a462540c6c10b" providerId="LiveId" clId="{BB061BE6-74E9-42DA-84A1-6DBF1B979B0B}" dt="2026-04-03T02:48:33.857" v="107" actId="26606"/>
          <ac:spMkLst>
            <pc:docMk/>
            <pc:sldMk cId="0" sldId="257"/>
            <ac:spMk id="8" creationId="{290FE681-1E05-478A-89DC-5F7AB37CFD77}"/>
          </ac:spMkLst>
        </pc:spChg>
        <pc:spChg chg="add">
          <ac:chgData name="Kay Sherman" userId="0c0a462540c6c10b" providerId="LiveId" clId="{BB061BE6-74E9-42DA-84A1-6DBF1B979B0B}" dt="2026-04-03T02:48:33.857" v="107" actId="26606"/>
          <ac:spMkLst>
            <pc:docMk/>
            <pc:sldMk cId="0" sldId="257"/>
            <ac:spMk id="16" creationId="{929448D9-8F1D-4CFE-93BA-E0272F0DBD6E}"/>
          </ac:spMkLst>
        </pc:spChg>
        <pc:grpChg chg="add">
          <ac:chgData name="Kay Sherman" userId="0c0a462540c6c10b" providerId="LiveId" clId="{BB061BE6-74E9-42DA-84A1-6DBF1B979B0B}" dt="2026-04-03T02:48:33.857" v="107" actId="26606"/>
          <ac:grpSpMkLst>
            <pc:docMk/>
            <pc:sldMk cId="0" sldId="257"/>
            <ac:grpSpMk id="18" creationId="{94749DEA-AC6C-4834-A330-03A1796B8929}"/>
          </ac:grpSpMkLst>
        </pc:grpChg>
        <pc:graphicFrameChg chg="add modGraphic">
          <ac:chgData name="Kay Sherman" userId="0c0a462540c6c10b" providerId="LiveId" clId="{BB061BE6-74E9-42DA-84A1-6DBF1B979B0B}" dt="2026-04-03T03:09:23.239" v="208" actId="20577"/>
          <ac:graphicFrameMkLst>
            <pc:docMk/>
            <pc:sldMk cId="0" sldId="257"/>
            <ac:graphicFrameMk id="25" creationId="{8F9C84C9-D1B1-302B-5374-5D09508964DA}"/>
          </ac:graphicFrameMkLst>
        </pc:graphicFrameChg>
        <pc:picChg chg="add">
          <ac:chgData name="Kay Sherman" userId="0c0a462540c6c10b" providerId="LiveId" clId="{BB061BE6-74E9-42DA-84A1-6DBF1B979B0B}" dt="2026-04-03T02:48:33.857" v="107" actId="26606"/>
          <ac:picMkLst>
            <pc:docMk/>
            <pc:sldMk cId="0" sldId="257"/>
            <ac:picMk id="12" creationId="{05A53CE7-F98C-351C-859A-4324CED31240}"/>
          </ac:picMkLst>
        </pc:picChg>
        <pc:cxnChg chg="del">
          <ac:chgData name="Kay Sherman" userId="0c0a462540c6c10b" providerId="LiveId" clId="{BB061BE6-74E9-42DA-84A1-6DBF1B979B0B}" dt="2026-04-03T02:48:33.857" v="107" actId="26606"/>
          <ac:cxnSpMkLst>
            <pc:docMk/>
            <pc:sldMk cId="0" sldId="257"/>
            <ac:cxnSpMk id="10" creationId="{2E2F21DC-5F0E-42CF-B89C-C1E25E175CB8}"/>
          </ac:cxnSpMkLst>
        </pc:cxnChg>
      </pc:sldChg>
      <pc:sldChg chg="addSp delSp mod">
        <pc:chgData name="Kay Sherman" userId="0c0a462540c6c10b" providerId="LiveId" clId="{BB061BE6-74E9-42DA-84A1-6DBF1B979B0B}" dt="2026-04-03T03:06:12.748" v="185" actId="26606"/>
        <pc:sldMkLst>
          <pc:docMk/>
          <pc:sldMk cId="0" sldId="258"/>
        </pc:sldMkLst>
        <pc:spChg chg="del">
          <ac:chgData name="Kay Sherman" userId="0c0a462540c6c10b" providerId="LiveId" clId="{BB061BE6-74E9-42DA-84A1-6DBF1B979B0B}" dt="2026-04-03T03:06:12.748" v="185" actId="26606"/>
          <ac:spMkLst>
            <pc:docMk/>
            <pc:sldMk cId="0" sldId="258"/>
            <ac:spMk id="3" creationId="{00000000-0000-0000-0000-000000000000}"/>
          </ac:spMkLst>
        </pc:spChg>
        <pc:graphicFrameChg chg="add">
          <ac:chgData name="Kay Sherman" userId="0c0a462540c6c10b" providerId="LiveId" clId="{BB061BE6-74E9-42DA-84A1-6DBF1B979B0B}" dt="2026-04-03T03:06:12.748" v="185" actId="26606"/>
          <ac:graphicFrameMkLst>
            <pc:docMk/>
            <pc:sldMk cId="0" sldId="258"/>
            <ac:graphicFrameMk id="12" creationId="{B0BBA681-4A3D-B1C9-6F34-5635D4ED25AC}"/>
          </ac:graphicFrameMkLst>
        </pc:graphicFrameChg>
      </pc:sldChg>
      <pc:sldChg chg="addSp delSp modSp mod">
        <pc:chgData name="Kay Sherman" userId="0c0a462540c6c10b" providerId="LiveId" clId="{BB061BE6-74E9-42DA-84A1-6DBF1B979B0B}" dt="2026-04-03T03:06:21.355" v="186" actId="26606"/>
        <pc:sldMkLst>
          <pc:docMk/>
          <pc:sldMk cId="0" sldId="259"/>
        </pc:sldMkLst>
        <pc:spChg chg="mod">
          <ac:chgData name="Kay Sherman" userId="0c0a462540c6c10b" providerId="LiveId" clId="{BB061BE6-74E9-42DA-84A1-6DBF1B979B0B}" dt="2026-03-19T03:35:38.657" v="6" actId="2660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Kay Sherman" userId="0c0a462540c6c10b" providerId="LiveId" clId="{BB061BE6-74E9-42DA-84A1-6DBF1B979B0B}" dt="2026-04-03T03:06:21.355" v="186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Kay Sherman" userId="0c0a462540c6c10b" providerId="LiveId" clId="{BB061BE6-74E9-42DA-84A1-6DBF1B979B0B}" dt="2026-03-19T03:35:38.657" v="6" actId="26606"/>
          <ac:spMkLst>
            <pc:docMk/>
            <pc:sldMk cId="0" sldId="259"/>
            <ac:spMk id="15" creationId="{290FE681-1E05-478A-89DC-5F7AB37CFD77}"/>
          </ac:spMkLst>
        </pc:spChg>
        <pc:graphicFrameChg chg="add">
          <ac:chgData name="Kay Sherman" userId="0c0a462540c6c10b" providerId="LiveId" clId="{BB061BE6-74E9-42DA-84A1-6DBF1B979B0B}" dt="2026-04-03T03:06:21.355" v="186" actId="26606"/>
          <ac:graphicFrameMkLst>
            <pc:docMk/>
            <pc:sldMk cId="0" sldId="259"/>
            <ac:graphicFrameMk id="19" creationId="{11E8DC40-34B6-F0E6-CF3A-3311058B41CE}"/>
          </ac:graphicFrameMkLst>
        </pc:graphicFrameChg>
        <pc:cxnChg chg="add">
          <ac:chgData name="Kay Sherman" userId="0c0a462540c6c10b" providerId="LiveId" clId="{BB061BE6-74E9-42DA-84A1-6DBF1B979B0B}" dt="2026-03-19T03:35:38.657" v="6" actId="26606"/>
          <ac:cxnSpMkLst>
            <pc:docMk/>
            <pc:sldMk cId="0" sldId="259"/>
            <ac:cxnSpMk id="17" creationId="{2E2F21DC-5F0E-42CF-B89C-C1E25E175CB8}"/>
          </ac:cxnSpMkLst>
        </pc:cxnChg>
      </pc:sldChg>
      <pc:sldChg chg="addSp delSp modSp mod">
        <pc:chgData name="Kay Sherman" userId="0c0a462540c6c10b" providerId="LiveId" clId="{BB061BE6-74E9-42DA-84A1-6DBF1B979B0B}" dt="2026-04-03T03:07:10.862" v="188" actId="26606"/>
        <pc:sldMkLst>
          <pc:docMk/>
          <pc:sldMk cId="0" sldId="260"/>
        </pc:sldMkLst>
        <pc:spChg chg="mod">
          <ac:chgData name="Kay Sherman" userId="0c0a462540c6c10b" providerId="LiveId" clId="{BB061BE6-74E9-42DA-84A1-6DBF1B979B0B}" dt="2026-04-03T02:49:04.326" v="112" actId="2660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Kay Sherman" userId="0c0a462540c6c10b" providerId="LiveId" clId="{BB061BE6-74E9-42DA-84A1-6DBF1B979B0B}" dt="2026-04-03T03:07:10.862" v="188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Kay Sherman" userId="0c0a462540c6c10b" providerId="LiveId" clId="{BB061BE6-74E9-42DA-84A1-6DBF1B979B0B}" dt="2026-04-03T02:49:04.326" v="112" actId="26606"/>
          <ac:spMkLst>
            <pc:docMk/>
            <pc:sldMk cId="0" sldId="260"/>
            <ac:spMk id="19" creationId="{290FE681-1E05-478A-89DC-5F7AB37CFD77}"/>
          </ac:spMkLst>
        </pc:spChg>
        <pc:spChg chg="add">
          <ac:chgData name="Kay Sherman" userId="0c0a462540c6c10b" providerId="LiveId" clId="{BB061BE6-74E9-42DA-84A1-6DBF1B979B0B}" dt="2026-04-03T02:49:04.326" v="112" actId="26606"/>
          <ac:spMkLst>
            <pc:docMk/>
            <pc:sldMk cId="0" sldId="260"/>
            <ac:spMk id="26" creationId="{B9403C7F-76AE-4587-92A2-D4E41EBE68BD}"/>
          </ac:spMkLst>
        </pc:spChg>
        <pc:grpChg chg="add">
          <ac:chgData name="Kay Sherman" userId="0c0a462540c6c10b" providerId="LiveId" clId="{BB061BE6-74E9-42DA-84A1-6DBF1B979B0B}" dt="2026-04-03T02:49:04.326" v="112" actId="26606"/>
          <ac:grpSpMkLst>
            <pc:docMk/>
            <pc:sldMk cId="0" sldId="260"/>
            <ac:grpSpMk id="28" creationId="{D6C71778-3DDA-4748-AEBB-2A4B75016325}"/>
          </ac:grpSpMkLst>
        </pc:grpChg>
        <pc:graphicFrameChg chg="add">
          <ac:chgData name="Kay Sherman" userId="0c0a462540c6c10b" providerId="LiveId" clId="{BB061BE6-74E9-42DA-84A1-6DBF1B979B0B}" dt="2026-04-03T03:07:10.862" v="188" actId="26606"/>
          <ac:graphicFrameMkLst>
            <pc:docMk/>
            <pc:sldMk cId="0" sldId="260"/>
            <ac:graphicFrameMk id="35" creationId="{75EEC6C8-0B45-6198-69A1-4B51A7002858}"/>
          </ac:graphicFrameMkLst>
        </pc:graphicFrameChg>
        <pc:picChg chg="add">
          <ac:chgData name="Kay Sherman" userId="0c0a462540c6c10b" providerId="LiveId" clId="{BB061BE6-74E9-42DA-84A1-6DBF1B979B0B}" dt="2026-04-03T02:49:04.326" v="112" actId="26606"/>
          <ac:picMkLst>
            <pc:docMk/>
            <pc:sldMk cId="0" sldId="260"/>
            <ac:picMk id="22" creationId="{02F13C05-EE51-D24B-B80E-06EC78B23297}"/>
          </ac:picMkLst>
        </pc:picChg>
        <pc:cxnChg chg="add del">
          <ac:chgData name="Kay Sherman" userId="0c0a462540c6c10b" providerId="LiveId" clId="{BB061BE6-74E9-42DA-84A1-6DBF1B979B0B}" dt="2026-04-03T02:49:04.326" v="112" actId="26606"/>
          <ac:cxnSpMkLst>
            <pc:docMk/>
            <pc:sldMk cId="0" sldId="260"/>
            <ac:cxnSpMk id="20" creationId="{2E2F21DC-5F0E-42CF-B89C-C1E25E175CB8}"/>
          </ac:cxnSpMkLst>
        </pc:cxnChg>
      </pc:sldChg>
      <pc:sldChg chg="addSp delSp modSp mod">
        <pc:chgData name="Kay Sherman" userId="0c0a462540c6c10b" providerId="LiveId" clId="{BB061BE6-74E9-42DA-84A1-6DBF1B979B0B}" dt="2026-04-03T03:11:32.363" v="220" actId="478"/>
        <pc:sldMkLst>
          <pc:docMk/>
          <pc:sldMk cId="0" sldId="261"/>
        </pc:sldMkLst>
        <pc:spChg chg="mod">
          <ac:chgData name="Kay Sherman" userId="0c0a462540c6c10b" providerId="LiveId" clId="{BB061BE6-74E9-42DA-84A1-6DBF1B979B0B}" dt="2026-04-03T02:47:40.069" v="99" actId="26606"/>
          <ac:spMkLst>
            <pc:docMk/>
            <pc:sldMk cId="0" sldId="261"/>
            <ac:spMk id="2" creationId="{00000000-0000-0000-0000-000000000000}"/>
          </ac:spMkLst>
        </pc:spChg>
        <pc:spChg chg="add del mod ord">
          <ac:chgData name="Kay Sherman" userId="0c0a462540c6c10b" providerId="LiveId" clId="{BB061BE6-74E9-42DA-84A1-6DBF1B979B0B}" dt="2026-04-03T03:08:02.716" v="195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Kay Sherman" userId="0c0a462540c6c10b" providerId="LiveId" clId="{BB061BE6-74E9-42DA-84A1-6DBF1B979B0B}" dt="2026-04-03T02:47:40.069" v="99" actId="26606"/>
          <ac:spMkLst>
            <pc:docMk/>
            <pc:sldMk cId="0" sldId="261"/>
            <ac:spMk id="18" creationId="{4D13A3DE-C04A-4777-9292-EA421D1EDE94}"/>
          </ac:spMkLst>
        </pc:spChg>
        <pc:spChg chg="add del">
          <ac:chgData name="Kay Sherman" userId="0c0a462540c6c10b" providerId="LiveId" clId="{BB061BE6-74E9-42DA-84A1-6DBF1B979B0B}" dt="2026-04-03T02:47:40.069" v="99" actId="26606"/>
          <ac:spMkLst>
            <pc:docMk/>
            <pc:sldMk cId="0" sldId="261"/>
            <ac:spMk id="20" creationId="{3E2B7BAB-D8D8-407E-ABF9-562FE089E775}"/>
          </ac:spMkLst>
        </pc:spChg>
        <pc:spChg chg="add del">
          <ac:chgData name="Kay Sherman" userId="0c0a462540c6c10b" providerId="LiveId" clId="{BB061BE6-74E9-42DA-84A1-6DBF1B979B0B}" dt="2026-04-03T02:47:40.069" v="99" actId="26606"/>
          <ac:spMkLst>
            <pc:docMk/>
            <pc:sldMk cId="0" sldId="261"/>
            <ac:spMk id="22" creationId="{013887E5-9D8F-4B85-A11D-8760ADB78E31}"/>
          </ac:spMkLst>
        </pc:spChg>
        <pc:spChg chg="add del">
          <ac:chgData name="Kay Sherman" userId="0c0a462540c6c10b" providerId="LiveId" clId="{BB061BE6-74E9-42DA-84A1-6DBF1B979B0B}" dt="2026-04-03T02:47:40.069" v="99" actId="26606"/>
          <ac:spMkLst>
            <pc:docMk/>
            <pc:sldMk cId="0" sldId="261"/>
            <ac:spMk id="23" creationId="{CB67C462-E59B-4144-AD18-57E43BA648EC}"/>
          </ac:spMkLst>
        </pc:spChg>
        <pc:spChg chg="add">
          <ac:chgData name="Kay Sherman" userId="0c0a462540c6c10b" providerId="LiveId" clId="{BB061BE6-74E9-42DA-84A1-6DBF1B979B0B}" dt="2026-04-03T02:47:40.069" v="99" actId="26606"/>
          <ac:spMkLst>
            <pc:docMk/>
            <pc:sldMk cId="0" sldId="261"/>
            <ac:spMk id="34" creationId="{290FE681-1E05-478A-89DC-5F7AB37CFD77}"/>
          </ac:spMkLst>
        </pc:spChg>
        <pc:grpChg chg="add del">
          <ac:chgData name="Kay Sherman" userId="0c0a462540c6c10b" providerId="LiveId" clId="{BB061BE6-74E9-42DA-84A1-6DBF1B979B0B}" dt="2026-04-03T02:47:40.069" v="99" actId="26606"/>
          <ac:grpSpMkLst>
            <pc:docMk/>
            <pc:sldMk cId="0" sldId="261"/>
            <ac:grpSpMk id="24" creationId="{515B5366-9EA9-49E4-858D-1BBBA301D3C2}"/>
          </ac:grpSpMkLst>
        </pc:grpChg>
        <pc:graphicFrameChg chg="add del">
          <ac:chgData name="Kay Sherman" userId="0c0a462540c6c10b" providerId="LiveId" clId="{BB061BE6-74E9-42DA-84A1-6DBF1B979B0B}" dt="2026-04-03T03:07:44.848" v="191" actId="26606"/>
          <ac:graphicFrameMkLst>
            <pc:docMk/>
            <pc:sldMk cId="0" sldId="261"/>
            <ac:graphicFrameMk id="38" creationId="{9D7320AA-A24F-0DCA-CAE9-5C45E3659684}"/>
          </ac:graphicFrameMkLst>
        </pc:graphicFrameChg>
        <pc:graphicFrameChg chg="add">
          <ac:chgData name="Kay Sherman" userId="0c0a462540c6c10b" providerId="LiveId" clId="{BB061BE6-74E9-42DA-84A1-6DBF1B979B0B}" dt="2026-04-03T03:08:02.716" v="195" actId="26606"/>
          <ac:graphicFrameMkLst>
            <pc:docMk/>
            <pc:sldMk cId="0" sldId="261"/>
            <ac:graphicFrameMk id="39" creationId="{F9B5A5E9-F2C4-7B98-CC31-8FC7953863F5}"/>
          </ac:graphicFrameMkLst>
        </pc:graphicFrameChg>
        <pc:graphicFrameChg chg="add del">
          <ac:chgData name="Kay Sherman" userId="0c0a462540c6c10b" providerId="LiveId" clId="{BB061BE6-74E9-42DA-84A1-6DBF1B979B0B}" dt="2026-04-03T03:07:55.461" v="193" actId="26606"/>
          <ac:graphicFrameMkLst>
            <pc:docMk/>
            <pc:sldMk cId="0" sldId="261"/>
            <ac:graphicFrameMk id="40" creationId="{F9D38BF0-60C2-D920-5AAF-92A64F1387C4}"/>
          </ac:graphicFrameMkLst>
        </pc:graphicFrameChg>
        <pc:picChg chg="add del mod ord">
          <ac:chgData name="Kay Sherman" userId="0c0a462540c6c10b" providerId="LiveId" clId="{BB061BE6-74E9-42DA-84A1-6DBF1B979B0B}" dt="2026-04-03T02:47:29.636" v="98" actId="478"/>
          <ac:picMkLst>
            <pc:docMk/>
            <pc:sldMk cId="0" sldId="261"/>
            <ac:picMk id="5" creationId="{75482561-A90C-5104-60CF-AA93E4AE78FD}"/>
          </ac:picMkLst>
        </pc:picChg>
        <pc:picChg chg="add del mod">
          <ac:chgData name="Kay Sherman" userId="0c0a462540c6c10b" providerId="LiveId" clId="{BB061BE6-74E9-42DA-84A1-6DBF1B979B0B}" dt="2026-04-03T03:11:32.363" v="220" actId="478"/>
          <ac:picMkLst>
            <pc:docMk/>
            <pc:sldMk cId="0" sldId="261"/>
            <ac:picMk id="6" creationId="{350CB7C7-F2EB-9F67-4151-D8054AC86EB0}"/>
          </ac:picMkLst>
        </pc:picChg>
        <pc:picChg chg="add mod">
          <ac:chgData name="Kay Sherman" userId="0c0a462540c6c10b" providerId="LiveId" clId="{BB061BE6-74E9-42DA-84A1-6DBF1B979B0B}" dt="2026-04-03T03:11:20.536" v="216" actId="1076"/>
          <ac:picMkLst>
            <pc:docMk/>
            <pc:sldMk cId="0" sldId="261"/>
            <ac:picMk id="8" creationId="{6A5F0BD1-864C-0B62-CB64-7B045464F7EA}"/>
          </ac:picMkLst>
        </pc:picChg>
        <pc:picChg chg="add mod">
          <ac:chgData name="Kay Sherman" userId="0c0a462540c6c10b" providerId="LiveId" clId="{BB061BE6-74E9-42DA-84A1-6DBF1B979B0B}" dt="2026-04-03T03:11:17.158" v="215" actId="1076"/>
          <ac:picMkLst>
            <pc:docMk/>
            <pc:sldMk cId="0" sldId="261"/>
            <ac:picMk id="10" creationId="{1AF5A7AB-AA9A-5856-691E-CB0D68E94B60}"/>
          </ac:picMkLst>
        </pc:picChg>
        <pc:picChg chg="add del mod">
          <ac:chgData name="Kay Sherman" userId="0c0a462540c6c10b" providerId="LiveId" clId="{BB061BE6-74E9-42DA-84A1-6DBF1B979B0B}" dt="2026-04-03T02:47:27.837" v="97" actId="478"/>
          <ac:picMkLst>
            <pc:docMk/>
            <pc:sldMk cId="0" sldId="261"/>
            <ac:picMk id="11" creationId="{4302A6BD-8A59-081E-18AF-3B9C2BBEB551}"/>
          </ac:picMkLst>
        </pc:picChg>
        <pc:picChg chg="add del mod">
          <ac:chgData name="Kay Sherman" userId="0c0a462540c6c10b" providerId="LiveId" clId="{BB061BE6-74E9-42DA-84A1-6DBF1B979B0B}" dt="2026-04-03T03:11:31.042" v="219" actId="478"/>
          <ac:picMkLst>
            <pc:docMk/>
            <pc:sldMk cId="0" sldId="261"/>
            <ac:picMk id="13" creationId="{71158C8E-82F3-9DE3-E692-BE2587181F82}"/>
          </ac:picMkLst>
        </pc:picChg>
        <pc:picChg chg="add mod">
          <ac:chgData name="Kay Sherman" userId="0c0a462540c6c10b" providerId="LiveId" clId="{BB061BE6-74E9-42DA-84A1-6DBF1B979B0B}" dt="2026-04-03T03:11:26.821" v="218" actId="1076"/>
          <ac:picMkLst>
            <pc:docMk/>
            <pc:sldMk cId="0" sldId="261"/>
            <ac:picMk id="15" creationId="{B9FE1CC2-A545-02E1-EDB4-E4602101F32B}"/>
          </ac:picMkLst>
        </pc:picChg>
        <pc:picChg chg="add mod">
          <ac:chgData name="Kay Sherman" userId="0c0a462540c6c10b" providerId="LiveId" clId="{BB061BE6-74E9-42DA-84A1-6DBF1B979B0B}" dt="2026-04-03T03:11:23.097" v="217" actId="1076"/>
          <ac:picMkLst>
            <pc:docMk/>
            <pc:sldMk cId="0" sldId="261"/>
            <ac:picMk id="17" creationId="{E7160DFC-90AF-9A87-51E4-D1647D6CE8C6}"/>
          </ac:picMkLst>
        </pc:picChg>
        <pc:cxnChg chg="add">
          <ac:chgData name="Kay Sherman" userId="0c0a462540c6c10b" providerId="LiveId" clId="{BB061BE6-74E9-42DA-84A1-6DBF1B979B0B}" dt="2026-04-03T02:47:40.069" v="99" actId="26606"/>
          <ac:cxnSpMkLst>
            <pc:docMk/>
            <pc:sldMk cId="0" sldId="261"/>
            <ac:cxnSpMk id="36" creationId="{2E2F21DC-5F0E-42CF-B89C-C1E25E175CB8}"/>
          </ac:cxnSpMkLst>
        </pc:cxnChg>
      </pc:sldChg>
      <pc:sldChg chg="addSp delSp modSp mod setBg">
        <pc:chgData name="Kay Sherman" userId="0c0a462540c6c10b" providerId="LiveId" clId="{BB061BE6-74E9-42DA-84A1-6DBF1B979B0B}" dt="2026-04-03T03:08:33.068" v="204" actId="26606"/>
        <pc:sldMkLst>
          <pc:docMk/>
          <pc:sldMk cId="0" sldId="262"/>
        </pc:sldMkLst>
        <pc:spChg chg="mod">
          <ac:chgData name="Kay Sherman" userId="0c0a462540c6c10b" providerId="LiveId" clId="{BB061BE6-74E9-42DA-84A1-6DBF1B979B0B}" dt="2026-03-19T03:43:21.900" v="95" actId="14100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Kay Sherman" userId="0c0a462540c6c10b" providerId="LiveId" clId="{BB061BE6-74E9-42DA-84A1-6DBF1B979B0B}" dt="2026-04-03T03:08:33.068" v="204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Kay Sherman" userId="0c0a462540c6c10b" providerId="LiveId" clId="{BB061BE6-74E9-42DA-84A1-6DBF1B979B0B}" dt="2026-03-19T03:35:22.288" v="2" actId="26606"/>
          <ac:spMkLst>
            <pc:docMk/>
            <pc:sldMk cId="0" sldId="262"/>
            <ac:spMk id="12" creationId="{290FE681-1E05-478A-89DC-5F7AB37CFD77}"/>
          </ac:spMkLst>
        </pc:spChg>
        <pc:graphicFrameChg chg="add">
          <ac:chgData name="Kay Sherman" userId="0c0a462540c6c10b" providerId="LiveId" clId="{BB061BE6-74E9-42DA-84A1-6DBF1B979B0B}" dt="2026-04-03T03:08:33.068" v="204" actId="26606"/>
          <ac:graphicFrameMkLst>
            <pc:docMk/>
            <pc:sldMk cId="0" sldId="262"/>
            <ac:graphicFrameMk id="16" creationId="{622B784C-A8C1-241B-5677-A9EF4D51F466}"/>
          </ac:graphicFrameMkLst>
        </pc:graphicFrameChg>
        <pc:picChg chg="add del">
          <ac:chgData name="Kay Sherman" userId="0c0a462540c6c10b" providerId="LiveId" clId="{BB061BE6-74E9-42DA-84A1-6DBF1B979B0B}" dt="2026-04-03T02:59:51.718" v="158" actId="22"/>
          <ac:picMkLst>
            <pc:docMk/>
            <pc:sldMk cId="0" sldId="262"/>
            <ac:picMk id="5" creationId="{494D448A-C5EB-EBAE-4F1A-5A1ADFA6BFC7}"/>
          </ac:picMkLst>
        </pc:picChg>
        <pc:picChg chg="add mod">
          <ac:chgData name="Kay Sherman" userId="0c0a462540c6c10b" providerId="LiveId" clId="{BB061BE6-74E9-42DA-84A1-6DBF1B979B0B}" dt="2026-04-03T02:59:17.461" v="153" actId="571"/>
          <ac:picMkLst>
            <pc:docMk/>
            <pc:sldMk cId="0" sldId="262"/>
            <ac:picMk id="6" creationId="{135450FA-C285-AB33-B445-6E3D5D152209}"/>
          </ac:picMkLst>
        </pc:picChg>
        <pc:picChg chg="add mod">
          <ac:chgData name="Kay Sherman" userId="0c0a462540c6c10b" providerId="LiveId" clId="{BB061BE6-74E9-42DA-84A1-6DBF1B979B0B}" dt="2026-04-03T02:59:15.150" v="151" actId="571"/>
          <ac:picMkLst>
            <pc:docMk/>
            <pc:sldMk cId="0" sldId="262"/>
            <ac:picMk id="7" creationId="{7D9FD8A0-58DB-47B2-EFEC-A97C1E9BA212}"/>
          </ac:picMkLst>
        </pc:picChg>
        <pc:picChg chg="add mod">
          <ac:chgData name="Kay Sherman" userId="0c0a462540c6c10b" providerId="LiveId" clId="{BB061BE6-74E9-42DA-84A1-6DBF1B979B0B}" dt="2026-04-03T02:59:51.007" v="157" actId="571"/>
          <ac:picMkLst>
            <pc:docMk/>
            <pc:sldMk cId="0" sldId="262"/>
            <ac:picMk id="8" creationId="{19FF2A8A-961F-1BE7-5CC0-55E1DFB579C1}"/>
          </ac:picMkLst>
        </pc:picChg>
        <pc:picChg chg="add mod">
          <ac:chgData name="Kay Sherman" userId="0c0a462540c6c10b" providerId="LiveId" clId="{BB061BE6-74E9-42DA-84A1-6DBF1B979B0B}" dt="2026-04-03T02:59:50.118" v="156" actId="571"/>
          <ac:picMkLst>
            <pc:docMk/>
            <pc:sldMk cId="0" sldId="262"/>
            <ac:picMk id="9" creationId="{E1F41752-00C6-2355-AA40-4AB0A9917C48}"/>
          </ac:picMkLst>
        </pc:picChg>
        <pc:picChg chg="add mod">
          <ac:chgData name="Kay Sherman" userId="0c0a462540c6c10b" providerId="LiveId" clId="{BB061BE6-74E9-42DA-84A1-6DBF1B979B0B}" dt="2026-04-03T02:59:50.118" v="156" actId="571"/>
          <ac:picMkLst>
            <pc:docMk/>
            <pc:sldMk cId="0" sldId="262"/>
            <ac:picMk id="10" creationId="{33536741-59EA-69F7-C70F-565380F97D8E}"/>
          </ac:picMkLst>
        </pc:picChg>
        <pc:picChg chg="add mod">
          <ac:chgData name="Kay Sherman" userId="0c0a462540c6c10b" providerId="LiveId" clId="{BB061BE6-74E9-42DA-84A1-6DBF1B979B0B}" dt="2026-04-03T03:04:54.626" v="182" actId="1076"/>
          <ac:picMkLst>
            <pc:docMk/>
            <pc:sldMk cId="0" sldId="262"/>
            <ac:picMk id="14" creationId="{1284B731-C922-06D7-3A63-F15A92169DBA}"/>
          </ac:picMkLst>
        </pc:picChg>
        <pc:cxnChg chg="add">
          <ac:chgData name="Kay Sherman" userId="0c0a462540c6c10b" providerId="LiveId" clId="{BB061BE6-74E9-42DA-84A1-6DBF1B979B0B}" dt="2026-03-19T03:35:22.288" v="2" actId="26606"/>
          <ac:cxnSpMkLst>
            <pc:docMk/>
            <pc:sldMk cId="0" sldId="262"/>
            <ac:cxnSpMk id="13" creationId="{2E2F21DC-5F0E-42CF-B89C-C1E25E175CB8}"/>
          </ac:cxnSpMkLst>
        </pc:cxnChg>
      </pc:sldChg>
      <pc:sldChg chg="addSp delSp modSp mod setBg">
        <pc:chgData name="Kay Sherman" userId="0c0a462540c6c10b" providerId="LiveId" clId="{BB061BE6-74E9-42DA-84A1-6DBF1B979B0B}" dt="2026-04-03T03:12:43.136" v="229" actId="1076"/>
        <pc:sldMkLst>
          <pc:docMk/>
          <pc:sldMk cId="0" sldId="263"/>
        </pc:sldMkLst>
        <pc:spChg chg="mod">
          <ac:chgData name="Kay Sherman" userId="0c0a462540c6c10b" providerId="LiveId" clId="{BB061BE6-74E9-42DA-84A1-6DBF1B979B0B}" dt="2026-04-03T03:12:20.139" v="225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Kay Sherman" userId="0c0a462540c6c10b" providerId="LiveId" clId="{BB061BE6-74E9-42DA-84A1-6DBF1B979B0B}" dt="2026-04-03T03:12:29.081" v="227" actId="1076"/>
          <ac:spMkLst>
            <pc:docMk/>
            <pc:sldMk cId="0" sldId="263"/>
            <ac:spMk id="3" creationId="{00000000-0000-0000-0000-000000000000}"/>
          </ac:spMkLst>
        </pc:spChg>
        <pc:spChg chg="add">
          <ac:chgData name="Kay Sherman" userId="0c0a462540c6c10b" providerId="LiveId" clId="{BB061BE6-74E9-42DA-84A1-6DBF1B979B0B}" dt="2026-03-19T03:36:04.264" v="9" actId="26606"/>
          <ac:spMkLst>
            <pc:docMk/>
            <pc:sldMk cId="0" sldId="263"/>
            <ac:spMk id="12" creationId="{290FE681-1E05-478A-89DC-5F7AB37CFD77}"/>
          </ac:spMkLst>
        </pc:spChg>
        <pc:picChg chg="add del mod">
          <ac:chgData name="Kay Sherman" userId="0c0a462540c6c10b" providerId="LiveId" clId="{BB061BE6-74E9-42DA-84A1-6DBF1B979B0B}" dt="2026-04-03T03:01:30.268" v="165" actId="478"/>
          <ac:picMkLst>
            <pc:docMk/>
            <pc:sldMk cId="0" sldId="263"/>
            <ac:picMk id="5" creationId="{52F5BD78-5DAF-4DE0-0595-1693EBE4C673}"/>
          </ac:picMkLst>
        </pc:picChg>
        <pc:picChg chg="add mod">
          <ac:chgData name="Kay Sherman" userId="0c0a462540c6c10b" providerId="LiveId" clId="{BB061BE6-74E9-42DA-84A1-6DBF1B979B0B}" dt="2026-04-03T03:12:43.136" v="229" actId="1076"/>
          <ac:picMkLst>
            <pc:docMk/>
            <pc:sldMk cId="0" sldId="263"/>
            <ac:picMk id="7" creationId="{63DF4634-6566-9D7B-CA72-345734B208AE}"/>
          </ac:picMkLst>
        </pc:picChg>
        <pc:picChg chg="add del mod">
          <ac:chgData name="Kay Sherman" userId="0c0a462540c6c10b" providerId="LiveId" clId="{BB061BE6-74E9-42DA-84A1-6DBF1B979B0B}" dt="2026-04-03T03:12:37.898" v="228" actId="1076"/>
          <ac:picMkLst>
            <pc:docMk/>
            <pc:sldMk cId="0" sldId="263"/>
            <ac:picMk id="9" creationId="{B8FE32DF-8BDD-BED2-DB17-2275A4C51F8E}"/>
          </ac:picMkLst>
        </pc:picChg>
        <pc:cxnChg chg="add">
          <ac:chgData name="Kay Sherman" userId="0c0a462540c6c10b" providerId="LiveId" clId="{BB061BE6-74E9-42DA-84A1-6DBF1B979B0B}" dt="2026-03-19T03:36:04.264" v="9" actId="26606"/>
          <ac:cxnSpMkLst>
            <pc:docMk/>
            <pc:sldMk cId="0" sldId="263"/>
            <ac:cxnSpMk id="13" creationId="{2E2F21DC-5F0E-42CF-B89C-C1E25E175CB8}"/>
          </ac:cxnSpMkLst>
        </pc:cxnChg>
      </pc:sldChg>
      <pc:sldChg chg="addSp delSp modSp mod setBg">
        <pc:chgData name="Kay Sherman" userId="0c0a462540c6c10b" providerId="LiveId" clId="{BB061BE6-74E9-42DA-84A1-6DBF1B979B0B}" dt="2026-04-03T03:04:36.929" v="181" actId="26606"/>
        <pc:sldMkLst>
          <pc:docMk/>
          <pc:sldMk cId="0" sldId="264"/>
        </pc:sldMkLst>
        <pc:spChg chg="mod">
          <ac:chgData name="Kay Sherman" userId="0c0a462540c6c10b" providerId="LiveId" clId="{BB061BE6-74E9-42DA-84A1-6DBF1B979B0B}" dt="2026-04-03T03:04:36.929" v="181" actId="26606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Kay Sherman" userId="0c0a462540c6c10b" providerId="LiveId" clId="{BB061BE6-74E9-42DA-84A1-6DBF1B979B0B}" dt="2026-04-03T02:49:50.265" v="115" actId="26606"/>
          <ac:spMkLst>
            <pc:docMk/>
            <pc:sldMk cId="0" sldId="264"/>
            <ac:spMk id="3" creationId="{00000000-0000-0000-0000-000000000000}"/>
          </ac:spMkLst>
        </pc:spChg>
        <pc:spChg chg="add del">
          <ac:chgData name="Kay Sherman" userId="0c0a462540c6c10b" providerId="LiveId" clId="{BB061BE6-74E9-42DA-84A1-6DBF1B979B0B}" dt="2026-04-03T03:04:36.929" v="181" actId="26606"/>
          <ac:spMkLst>
            <pc:docMk/>
            <pc:sldMk cId="0" sldId="264"/>
            <ac:spMk id="8" creationId="{290FE681-1E05-478A-89DC-5F7AB37CFD77}"/>
          </ac:spMkLst>
        </pc:spChg>
        <pc:spChg chg="add del">
          <ac:chgData name="Kay Sherman" userId="0c0a462540c6c10b" providerId="LiveId" clId="{BB061BE6-74E9-42DA-84A1-6DBF1B979B0B}" dt="2026-04-03T03:04:36.929" v="181" actId="26606"/>
          <ac:spMkLst>
            <pc:docMk/>
            <pc:sldMk cId="0" sldId="264"/>
            <ac:spMk id="19" creationId="{2C33F367-76E5-4D2A-96B1-4FD443CDD1CF}"/>
          </ac:spMkLst>
        </pc:spChg>
        <pc:spChg chg="add del">
          <ac:chgData name="Kay Sherman" userId="0c0a462540c6c10b" providerId="LiveId" clId="{BB061BE6-74E9-42DA-84A1-6DBF1B979B0B}" dt="2026-04-03T03:04:36.929" v="181" actId="26606"/>
          <ac:spMkLst>
            <pc:docMk/>
            <pc:sldMk cId="0" sldId="264"/>
            <ac:spMk id="21" creationId="{6F769419-3E73-449D-B62A-0CDEC946A679}"/>
          </ac:spMkLst>
        </pc:spChg>
        <pc:grpChg chg="add del">
          <ac:chgData name="Kay Sherman" userId="0c0a462540c6c10b" providerId="LiveId" clId="{BB061BE6-74E9-42DA-84A1-6DBF1B979B0B}" dt="2026-04-03T03:04:36.929" v="181" actId="26606"/>
          <ac:grpSpMkLst>
            <pc:docMk/>
            <pc:sldMk cId="0" sldId="264"/>
            <ac:grpSpMk id="23" creationId="{A6515200-42F9-488F-9895-6CDBCD1E87C8}"/>
          </ac:grpSpMkLst>
        </pc:grpChg>
        <pc:graphicFrameChg chg="add del">
          <ac:chgData name="Kay Sherman" userId="0c0a462540c6c10b" providerId="LiveId" clId="{BB061BE6-74E9-42DA-84A1-6DBF1B979B0B}" dt="2026-04-03T02:49:50.217" v="114" actId="26606"/>
          <ac:graphicFrameMkLst>
            <pc:docMk/>
            <pc:sldMk cId="0" sldId="264"/>
            <ac:graphicFrameMk id="12" creationId="{5EEEEA86-FDFA-C937-40F4-5637E880B27B}"/>
          </ac:graphicFrameMkLst>
        </pc:graphicFrameChg>
        <pc:graphicFrameChg chg="add mod modGraphic">
          <ac:chgData name="Kay Sherman" userId="0c0a462540c6c10b" providerId="LiveId" clId="{BB061BE6-74E9-42DA-84A1-6DBF1B979B0B}" dt="2026-04-03T03:04:36.929" v="181" actId="26606"/>
          <ac:graphicFrameMkLst>
            <pc:docMk/>
            <pc:sldMk cId="0" sldId="264"/>
            <ac:graphicFrameMk id="14" creationId="{51300EDF-9C94-9F8D-FCCA-6A842ECFD4E7}"/>
          </ac:graphicFrameMkLst>
        </pc:graphicFrameChg>
        <pc:cxnChg chg="add del">
          <ac:chgData name="Kay Sherman" userId="0c0a462540c6c10b" providerId="LiveId" clId="{BB061BE6-74E9-42DA-84A1-6DBF1B979B0B}" dt="2026-04-03T03:04:36.929" v="181" actId="26606"/>
          <ac:cxnSpMkLst>
            <pc:docMk/>
            <pc:sldMk cId="0" sldId="264"/>
            <ac:cxnSpMk id="10" creationId="{2E2F21DC-5F0E-42CF-B89C-C1E25E175CB8}"/>
          </ac:cxnSpMkLst>
        </pc:cxnChg>
      </pc:sldChg>
      <pc:sldChg chg="addSp delSp modSp mod setBg">
        <pc:chgData name="Kay Sherman" userId="0c0a462540c6c10b" providerId="LiveId" clId="{BB061BE6-74E9-42DA-84A1-6DBF1B979B0B}" dt="2026-04-03T03:10:16.862" v="212" actId="26606"/>
        <pc:sldMkLst>
          <pc:docMk/>
          <pc:sldMk cId="0" sldId="265"/>
        </pc:sldMkLst>
        <pc:spChg chg="mod">
          <ac:chgData name="Kay Sherman" userId="0c0a462540c6c10b" providerId="LiveId" clId="{BB061BE6-74E9-42DA-84A1-6DBF1B979B0B}" dt="2026-04-03T02:50:00.555" v="116" actId="26606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Kay Sherman" userId="0c0a462540c6c10b" providerId="LiveId" clId="{BB061BE6-74E9-42DA-84A1-6DBF1B979B0B}" dt="2026-04-03T03:10:16.862" v="212" actId="26606"/>
          <ac:spMkLst>
            <pc:docMk/>
            <pc:sldMk cId="0" sldId="265"/>
            <ac:spMk id="3" creationId="{00000000-0000-0000-0000-000000000000}"/>
          </ac:spMkLst>
        </pc:spChg>
        <pc:spChg chg="add del">
          <ac:chgData name="Kay Sherman" userId="0c0a462540c6c10b" providerId="LiveId" clId="{BB061BE6-74E9-42DA-84A1-6DBF1B979B0B}" dt="2026-04-03T02:50:00.555" v="116" actId="26606"/>
          <ac:spMkLst>
            <pc:docMk/>
            <pc:sldMk cId="0" sldId="265"/>
            <ac:spMk id="8" creationId="{290FE681-1E05-478A-89DC-5F7AB37CFD77}"/>
          </ac:spMkLst>
        </pc:spChg>
        <pc:spChg chg="add">
          <ac:chgData name="Kay Sherman" userId="0c0a462540c6c10b" providerId="LiveId" clId="{BB061BE6-74E9-42DA-84A1-6DBF1B979B0B}" dt="2026-04-03T02:50:00.555" v="116" actId="26606"/>
          <ac:spMkLst>
            <pc:docMk/>
            <pc:sldMk cId="0" sldId="265"/>
            <ac:spMk id="16" creationId="{B9403C7F-76AE-4587-92A2-D4E41EBE68BD}"/>
          </ac:spMkLst>
        </pc:spChg>
        <pc:grpChg chg="add">
          <ac:chgData name="Kay Sherman" userId="0c0a462540c6c10b" providerId="LiveId" clId="{BB061BE6-74E9-42DA-84A1-6DBF1B979B0B}" dt="2026-04-03T02:50:00.555" v="116" actId="26606"/>
          <ac:grpSpMkLst>
            <pc:docMk/>
            <pc:sldMk cId="0" sldId="265"/>
            <ac:grpSpMk id="18" creationId="{D6C71778-3DDA-4748-AEBB-2A4B75016325}"/>
          </ac:grpSpMkLst>
        </pc:grpChg>
        <pc:graphicFrameChg chg="add">
          <ac:chgData name="Kay Sherman" userId="0c0a462540c6c10b" providerId="LiveId" clId="{BB061BE6-74E9-42DA-84A1-6DBF1B979B0B}" dt="2026-04-03T03:10:16.862" v="212" actId="26606"/>
          <ac:graphicFrameMkLst>
            <pc:docMk/>
            <pc:sldMk cId="0" sldId="265"/>
            <ac:graphicFrameMk id="25" creationId="{91A38CB0-8B52-9777-7B30-DFD61B3473B3}"/>
          </ac:graphicFrameMkLst>
        </pc:graphicFrameChg>
        <pc:picChg chg="add">
          <ac:chgData name="Kay Sherman" userId="0c0a462540c6c10b" providerId="LiveId" clId="{BB061BE6-74E9-42DA-84A1-6DBF1B979B0B}" dt="2026-04-03T02:50:00.555" v="116" actId="26606"/>
          <ac:picMkLst>
            <pc:docMk/>
            <pc:sldMk cId="0" sldId="265"/>
            <ac:picMk id="12" creationId="{658A5980-E9B0-E1F0-3E30-1FE2DC786CE4}"/>
          </ac:picMkLst>
        </pc:picChg>
        <pc:cxnChg chg="add del">
          <ac:chgData name="Kay Sherman" userId="0c0a462540c6c10b" providerId="LiveId" clId="{BB061BE6-74E9-42DA-84A1-6DBF1B979B0B}" dt="2026-04-03T02:50:00.555" v="116" actId="26606"/>
          <ac:cxnSpMkLst>
            <pc:docMk/>
            <pc:sldMk cId="0" sldId="265"/>
            <ac:cxnSpMk id="10" creationId="{2E2F21DC-5F0E-42CF-B89C-C1E25E175CB8}"/>
          </ac:cxnSpMkLst>
        </pc:cxnChg>
      </pc:sldChg>
      <pc:sldChg chg="addSp delSp modSp mod setBg">
        <pc:chgData name="Kay Sherman" userId="0c0a462540c6c10b" providerId="LiveId" clId="{BB061BE6-74E9-42DA-84A1-6DBF1B979B0B}" dt="2026-04-03T03:10:01.766" v="210" actId="26606"/>
        <pc:sldMkLst>
          <pc:docMk/>
          <pc:sldMk cId="0" sldId="266"/>
        </pc:sldMkLst>
        <pc:spChg chg="mod">
          <ac:chgData name="Kay Sherman" userId="0c0a462540c6c10b" providerId="LiveId" clId="{BB061BE6-74E9-42DA-84A1-6DBF1B979B0B}" dt="2026-04-03T02:50:08.286" v="117" actId="26606"/>
          <ac:spMkLst>
            <pc:docMk/>
            <pc:sldMk cId="0" sldId="266"/>
            <ac:spMk id="2" creationId="{00000000-0000-0000-0000-000000000000}"/>
          </ac:spMkLst>
        </pc:spChg>
        <pc:spChg chg="del mod">
          <ac:chgData name="Kay Sherman" userId="0c0a462540c6c10b" providerId="LiveId" clId="{BB061BE6-74E9-42DA-84A1-6DBF1B979B0B}" dt="2026-04-03T03:10:01.766" v="210" actId="26606"/>
          <ac:spMkLst>
            <pc:docMk/>
            <pc:sldMk cId="0" sldId="266"/>
            <ac:spMk id="3" creationId="{00000000-0000-0000-0000-000000000000}"/>
          </ac:spMkLst>
        </pc:spChg>
        <pc:spChg chg="add del">
          <ac:chgData name="Kay Sherman" userId="0c0a462540c6c10b" providerId="LiveId" clId="{BB061BE6-74E9-42DA-84A1-6DBF1B979B0B}" dt="2026-04-03T02:50:08.286" v="117" actId="26606"/>
          <ac:spMkLst>
            <pc:docMk/>
            <pc:sldMk cId="0" sldId="266"/>
            <ac:spMk id="8" creationId="{290FE681-1E05-478A-89DC-5F7AB37CFD77}"/>
          </ac:spMkLst>
        </pc:spChg>
        <pc:spChg chg="add">
          <ac:chgData name="Kay Sherman" userId="0c0a462540c6c10b" providerId="LiveId" clId="{BB061BE6-74E9-42DA-84A1-6DBF1B979B0B}" dt="2026-04-03T02:50:08.286" v="117" actId="26606"/>
          <ac:spMkLst>
            <pc:docMk/>
            <pc:sldMk cId="0" sldId="266"/>
            <ac:spMk id="16" creationId="{929448D9-8F1D-4CFE-93BA-E0272F0DBD6E}"/>
          </ac:spMkLst>
        </pc:spChg>
        <pc:grpChg chg="add">
          <ac:chgData name="Kay Sherman" userId="0c0a462540c6c10b" providerId="LiveId" clId="{BB061BE6-74E9-42DA-84A1-6DBF1B979B0B}" dt="2026-04-03T02:50:08.286" v="117" actId="26606"/>
          <ac:grpSpMkLst>
            <pc:docMk/>
            <pc:sldMk cId="0" sldId="266"/>
            <ac:grpSpMk id="18" creationId="{94749DEA-AC6C-4834-A330-03A1796B8929}"/>
          </ac:grpSpMkLst>
        </pc:grpChg>
        <pc:graphicFrameChg chg="add">
          <ac:chgData name="Kay Sherman" userId="0c0a462540c6c10b" providerId="LiveId" clId="{BB061BE6-74E9-42DA-84A1-6DBF1B979B0B}" dt="2026-04-03T03:10:01.766" v="210" actId="26606"/>
          <ac:graphicFrameMkLst>
            <pc:docMk/>
            <pc:sldMk cId="0" sldId="266"/>
            <ac:graphicFrameMk id="25" creationId="{6A91FFAB-E9BE-C0BF-FF62-99D950B09DE2}"/>
          </ac:graphicFrameMkLst>
        </pc:graphicFrameChg>
        <pc:picChg chg="add">
          <ac:chgData name="Kay Sherman" userId="0c0a462540c6c10b" providerId="LiveId" clId="{BB061BE6-74E9-42DA-84A1-6DBF1B979B0B}" dt="2026-04-03T02:50:08.286" v="117" actId="26606"/>
          <ac:picMkLst>
            <pc:docMk/>
            <pc:sldMk cId="0" sldId="266"/>
            <ac:picMk id="12" creationId="{2BFC153C-95AE-F178-ABE3-E58879C2AD38}"/>
          </ac:picMkLst>
        </pc:picChg>
        <pc:cxnChg chg="add del">
          <ac:chgData name="Kay Sherman" userId="0c0a462540c6c10b" providerId="LiveId" clId="{BB061BE6-74E9-42DA-84A1-6DBF1B979B0B}" dt="2026-04-03T02:50:08.286" v="117" actId="26606"/>
          <ac:cxnSpMkLst>
            <pc:docMk/>
            <pc:sldMk cId="0" sldId="266"/>
            <ac:cxnSpMk id="10" creationId="{2E2F21DC-5F0E-42CF-B89C-C1E25E175CB8}"/>
          </ac:cxnSpMkLst>
        </pc:cxnChg>
      </pc:sldChg>
      <pc:sldChg chg="addSp delSp modSp mod setBg">
        <pc:chgData name="Kay Sherman" userId="0c0a462540c6c10b" providerId="LiveId" clId="{BB061BE6-74E9-42DA-84A1-6DBF1B979B0B}" dt="2026-04-03T03:05:37.126" v="183" actId="26606"/>
        <pc:sldMkLst>
          <pc:docMk/>
          <pc:sldMk cId="0" sldId="267"/>
        </pc:sldMkLst>
        <pc:spChg chg="mod">
          <ac:chgData name="Kay Sherman" userId="0c0a462540c6c10b" providerId="LiveId" clId="{BB061BE6-74E9-42DA-84A1-6DBF1B979B0B}" dt="2026-03-19T03:36:23.964" v="13" actId="26606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Kay Sherman" userId="0c0a462540c6c10b" providerId="LiveId" clId="{BB061BE6-74E9-42DA-84A1-6DBF1B979B0B}" dt="2026-04-03T03:05:37.126" v="183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Kay Sherman" userId="0c0a462540c6c10b" providerId="LiveId" clId="{BB061BE6-74E9-42DA-84A1-6DBF1B979B0B}" dt="2026-03-19T03:36:23.964" v="13" actId="26606"/>
          <ac:spMkLst>
            <pc:docMk/>
            <pc:sldMk cId="0" sldId="267"/>
            <ac:spMk id="8" creationId="{290FE681-1E05-478A-89DC-5F7AB37CFD77}"/>
          </ac:spMkLst>
        </pc:spChg>
        <pc:graphicFrameChg chg="add">
          <ac:chgData name="Kay Sherman" userId="0c0a462540c6c10b" providerId="LiveId" clId="{BB061BE6-74E9-42DA-84A1-6DBF1B979B0B}" dt="2026-04-03T03:05:37.126" v="183" actId="26606"/>
          <ac:graphicFrameMkLst>
            <pc:docMk/>
            <pc:sldMk cId="0" sldId="267"/>
            <ac:graphicFrameMk id="12" creationId="{202EEE6B-1AD6-16B1-69F5-CDE813C49BDE}"/>
          </ac:graphicFrameMkLst>
        </pc:graphicFrameChg>
        <pc:cxnChg chg="add">
          <ac:chgData name="Kay Sherman" userId="0c0a462540c6c10b" providerId="LiveId" clId="{BB061BE6-74E9-42DA-84A1-6DBF1B979B0B}" dt="2026-03-19T03:36:23.964" v="13" actId="26606"/>
          <ac:cxnSpMkLst>
            <pc:docMk/>
            <pc:sldMk cId="0" sldId="267"/>
            <ac:cxnSpMk id="10" creationId="{2E2F21DC-5F0E-42CF-B89C-C1E25E175CB8}"/>
          </ac:cxnSpMkLst>
        </pc:cxnChg>
      </pc:sldChg>
      <pc:sldChg chg="addSp delSp modSp mod setBg">
        <pc:chgData name="Kay Sherman" userId="0c0a462540c6c10b" providerId="LiveId" clId="{BB061BE6-74E9-42DA-84A1-6DBF1B979B0B}" dt="2026-04-03T03:10:41.725" v="214" actId="26606"/>
        <pc:sldMkLst>
          <pc:docMk/>
          <pc:sldMk cId="0" sldId="268"/>
        </pc:sldMkLst>
        <pc:spChg chg="mod">
          <ac:chgData name="Kay Sherman" userId="0c0a462540c6c10b" providerId="LiveId" clId="{BB061BE6-74E9-42DA-84A1-6DBF1B979B0B}" dt="2026-04-03T02:50:23.240" v="118" actId="26606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Kay Sherman" userId="0c0a462540c6c10b" providerId="LiveId" clId="{BB061BE6-74E9-42DA-84A1-6DBF1B979B0B}" dt="2026-04-03T03:10:41.725" v="214" actId="26606"/>
          <ac:spMkLst>
            <pc:docMk/>
            <pc:sldMk cId="0" sldId="268"/>
            <ac:spMk id="3" creationId="{00000000-0000-0000-0000-000000000000}"/>
          </ac:spMkLst>
        </pc:spChg>
        <pc:spChg chg="add del">
          <ac:chgData name="Kay Sherman" userId="0c0a462540c6c10b" providerId="LiveId" clId="{BB061BE6-74E9-42DA-84A1-6DBF1B979B0B}" dt="2026-04-03T02:50:23.240" v="118" actId="26606"/>
          <ac:spMkLst>
            <pc:docMk/>
            <pc:sldMk cId="0" sldId="268"/>
            <ac:spMk id="8" creationId="{290FE681-1E05-478A-89DC-5F7AB37CFD77}"/>
          </ac:spMkLst>
        </pc:spChg>
        <pc:spChg chg="add">
          <ac:chgData name="Kay Sherman" userId="0c0a462540c6c10b" providerId="LiveId" clId="{BB061BE6-74E9-42DA-84A1-6DBF1B979B0B}" dt="2026-04-03T02:50:23.240" v="118" actId="26606"/>
          <ac:spMkLst>
            <pc:docMk/>
            <pc:sldMk cId="0" sldId="268"/>
            <ac:spMk id="16" creationId="{929448D9-8F1D-4CFE-93BA-E0272F0DBD6E}"/>
          </ac:spMkLst>
        </pc:spChg>
        <pc:grpChg chg="add">
          <ac:chgData name="Kay Sherman" userId="0c0a462540c6c10b" providerId="LiveId" clId="{BB061BE6-74E9-42DA-84A1-6DBF1B979B0B}" dt="2026-04-03T02:50:23.240" v="118" actId="26606"/>
          <ac:grpSpMkLst>
            <pc:docMk/>
            <pc:sldMk cId="0" sldId="268"/>
            <ac:grpSpMk id="18" creationId="{94749DEA-AC6C-4834-A330-03A1796B8929}"/>
          </ac:grpSpMkLst>
        </pc:grpChg>
        <pc:graphicFrameChg chg="add">
          <ac:chgData name="Kay Sherman" userId="0c0a462540c6c10b" providerId="LiveId" clId="{BB061BE6-74E9-42DA-84A1-6DBF1B979B0B}" dt="2026-04-03T03:10:41.725" v="214" actId="26606"/>
          <ac:graphicFrameMkLst>
            <pc:docMk/>
            <pc:sldMk cId="0" sldId="268"/>
            <ac:graphicFrameMk id="25" creationId="{86075923-973A-7B72-AA61-E013BDF5929E}"/>
          </ac:graphicFrameMkLst>
        </pc:graphicFrameChg>
        <pc:picChg chg="add">
          <ac:chgData name="Kay Sherman" userId="0c0a462540c6c10b" providerId="LiveId" clId="{BB061BE6-74E9-42DA-84A1-6DBF1B979B0B}" dt="2026-04-03T02:50:23.240" v="118" actId="26606"/>
          <ac:picMkLst>
            <pc:docMk/>
            <pc:sldMk cId="0" sldId="268"/>
            <ac:picMk id="12" creationId="{7411AC45-4E1A-6CA7-5483-5EAF9C18C503}"/>
          </ac:picMkLst>
        </pc:picChg>
        <pc:cxnChg chg="add del">
          <ac:chgData name="Kay Sherman" userId="0c0a462540c6c10b" providerId="LiveId" clId="{BB061BE6-74E9-42DA-84A1-6DBF1B979B0B}" dt="2026-04-03T02:50:23.240" v="118" actId="26606"/>
          <ac:cxnSpMkLst>
            <pc:docMk/>
            <pc:sldMk cId="0" sldId="268"/>
            <ac:cxnSpMk id="10" creationId="{2E2F21DC-5F0E-42CF-B89C-C1E25E175CB8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9B64FA-F421-44FF-8282-B71A7A14D4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2335DC-532D-4631-BE98-E5805150BA4C}">
      <dgm:prSet/>
      <dgm:spPr/>
      <dgm:t>
        <a:bodyPr/>
        <a:lstStyle/>
        <a:p>
          <a:r>
            <a:rPr lang="en-US" b="0"/>
            <a:t>Global fintech payment processor</a:t>
          </a:r>
          <a:endParaRPr lang="en-US"/>
        </a:p>
      </dgm:t>
    </dgm:pt>
    <dgm:pt modelId="{B4A3ECBA-620C-4D1A-85C5-BF4C291AFC95}" type="parTrans" cxnId="{6A1634D3-B64A-447B-AFA4-F3C9423EF78A}">
      <dgm:prSet/>
      <dgm:spPr/>
      <dgm:t>
        <a:bodyPr/>
        <a:lstStyle/>
        <a:p>
          <a:endParaRPr lang="en-US"/>
        </a:p>
      </dgm:t>
    </dgm:pt>
    <dgm:pt modelId="{926DD4AF-72EC-4C85-B340-46392E1F94D6}" type="sibTrans" cxnId="{6A1634D3-B64A-447B-AFA4-F3C9423EF78A}">
      <dgm:prSet/>
      <dgm:spPr/>
      <dgm:t>
        <a:bodyPr/>
        <a:lstStyle/>
        <a:p>
          <a:endParaRPr lang="en-US"/>
        </a:p>
      </dgm:t>
    </dgm:pt>
    <dgm:pt modelId="{8C1CE83B-E46C-447E-8BAB-E6E987AB18DA}">
      <dgm:prSet/>
      <dgm:spPr/>
      <dgm:t>
        <a:bodyPr/>
        <a:lstStyle/>
        <a:p>
          <a:r>
            <a:rPr lang="en-US" b="0"/>
            <a:t>Operations across US, EU, APAC</a:t>
          </a:r>
          <a:endParaRPr lang="en-US"/>
        </a:p>
      </dgm:t>
    </dgm:pt>
    <dgm:pt modelId="{3CA1AE31-30A8-4476-B3DE-E5BAF1830E6E}" type="parTrans" cxnId="{5054611C-0691-47CC-B4BB-DC70DCA01541}">
      <dgm:prSet/>
      <dgm:spPr/>
      <dgm:t>
        <a:bodyPr/>
        <a:lstStyle/>
        <a:p>
          <a:endParaRPr lang="en-US"/>
        </a:p>
      </dgm:t>
    </dgm:pt>
    <dgm:pt modelId="{4D030C2B-C00F-4784-85ED-CE7350AAC1A9}" type="sibTrans" cxnId="{5054611C-0691-47CC-B4BB-DC70DCA01541}">
      <dgm:prSet/>
      <dgm:spPr/>
      <dgm:t>
        <a:bodyPr/>
        <a:lstStyle/>
        <a:p>
          <a:endParaRPr lang="en-US"/>
        </a:p>
      </dgm:t>
    </dgm:pt>
    <dgm:pt modelId="{5FED28A2-1298-4A06-AD5B-27E9B1C7D3B1}">
      <dgm:prSet/>
      <dgm:spPr/>
      <dgm:t>
        <a:bodyPr/>
        <a:lstStyle/>
        <a:p>
          <a:r>
            <a:rPr lang="en-US" b="0"/>
            <a:t>Handles sensitive financial + PII data</a:t>
          </a:r>
          <a:endParaRPr lang="en-US"/>
        </a:p>
      </dgm:t>
    </dgm:pt>
    <dgm:pt modelId="{0519B4FB-EF55-4AE8-8DE5-4DD8AFA78CE2}" type="parTrans" cxnId="{4E0F764B-702E-43EC-92B1-723AF943DB67}">
      <dgm:prSet/>
      <dgm:spPr/>
      <dgm:t>
        <a:bodyPr/>
        <a:lstStyle/>
        <a:p>
          <a:endParaRPr lang="en-US"/>
        </a:p>
      </dgm:t>
    </dgm:pt>
    <dgm:pt modelId="{DA01BF9B-F2CE-4369-BFFF-1F2D5B6C44E0}" type="sibTrans" cxnId="{4E0F764B-702E-43EC-92B1-723AF943DB67}">
      <dgm:prSet/>
      <dgm:spPr/>
      <dgm:t>
        <a:bodyPr/>
        <a:lstStyle/>
        <a:p>
          <a:endParaRPr lang="en-US"/>
        </a:p>
      </dgm:t>
    </dgm:pt>
    <dgm:pt modelId="{1040D64C-8668-4719-95D2-33B2199DB3C0}">
      <dgm:prSet/>
      <dgm:spPr/>
      <dgm:t>
        <a:bodyPr/>
        <a:lstStyle/>
        <a:p>
          <a:r>
            <a:rPr lang="en-US" b="0" dirty="0"/>
            <a:t>Compliance drivers: PCI DSS, GDPR, &amp; SOC2</a:t>
          </a:r>
          <a:endParaRPr lang="en-US" dirty="0"/>
        </a:p>
      </dgm:t>
    </dgm:pt>
    <dgm:pt modelId="{6E105874-6D13-4A02-B3E4-8FE3B8CF9BDD}" type="parTrans" cxnId="{7212DF54-1ADE-4108-A6E5-B6467B0E156A}">
      <dgm:prSet/>
      <dgm:spPr/>
      <dgm:t>
        <a:bodyPr/>
        <a:lstStyle/>
        <a:p>
          <a:endParaRPr lang="en-US"/>
        </a:p>
      </dgm:t>
    </dgm:pt>
    <dgm:pt modelId="{5A71A61D-6BE3-49B6-9E43-D8BB3ED67A39}" type="sibTrans" cxnId="{7212DF54-1ADE-4108-A6E5-B6467B0E156A}">
      <dgm:prSet/>
      <dgm:spPr/>
      <dgm:t>
        <a:bodyPr/>
        <a:lstStyle/>
        <a:p>
          <a:endParaRPr lang="en-US"/>
        </a:p>
      </dgm:t>
    </dgm:pt>
    <dgm:pt modelId="{41FD1848-7540-4A10-9FBE-496B29F2A7FE}" type="pres">
      <dgm:prSet presAssocID="{089B64FA-F421-44FF-8282-B71A7A14D4FC}" presName="linear" presStyleCnt="0">
        <dgm:presLayoutVars>
          <dgm:animLvl val="lvl"/>
          <dgm:resizeHandles val="exact"/>
        </dgm:presLayoutVars>
      </dgm:prSet>
      <dgm:spPr/>
    </dgm:pt>
    <dgm:pt modelId="{52528A13-EE01-4CE7-9CD6-2E785DD46661}" type="pres">
      <dgm:prSet presAssocID="{572335DC-532D-4631-BE98-E5805150BA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03C69E-695A-4AD7-A0C6-D1541815C475}" type="pres">
      <dgm:prSet presAssocID="{926DD4AF-72EC-4C85-B340-46392E1F94D6}" presName="spacer" presStyleCnt="0"/>
      <dgm:spPr/>
    </dgm:pt>
    <dgm:pt modelId="{560CCF4A-B00E-4E53-82CE-2B31FA8BA7EC}" type="pres">
      <dgm:prSet presAssocID="{8C1CE83B-E46C-447E-8BAB-E6E987AB18D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0C92598-FDD2-498E-99DB-677C75BAE6CE}" type="pres">
      <dgm:prSet presAssocID="{4D030C2B-C00F-4784-85ED-CE7350AAC1A9}" presName="spacer" presStyleCnt="0"/>
      <dgm:spPr/>
    </dgm:pt>
    <dgm:pt modelId="{EDC10458-ADF0-4461-B4C5-A6500FE6DB88}" type="pres">
      <dgm:prSet presAssocID="{5FED28A2-1298-4A06-AD5B-27E9B1C7D3B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AADBB76-DCF2-456D-96E4-F4AAD1F8AA96}" type="pres">
      <dgm:prSet presAssocID="{DA01BF9B-F2CE-4369-BFFF-1F2D5B6C44E0}" presName="spacer" presStyleCnt="0"/>
      <dgm:spPr/>
    </dgm:pt>
    <dgm:pt modelId="{A53AD513-03C8-417F-922D-98F943863658}" type="pres">
      <dgm:prSet presAssocID="{1040D64C-8668-4719-95D2-33B2199DB3C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054611C-0691-47CC-B4BB-DC70DCA01541}" srcId="{089B64FA-F421-44FF-8282-B71A7A14D4FC}" destId="{8C1CE83B-E46C-447E-8BAB-E6E987AB18DA}" srcOrd="1" destOrd="0" parTransId="{3CA1AE31-30A8-4476-B3DE-E5BAF1830E6E}" sibTransId="{4D030C2B-C00F-4784-85ED-CE7350AAC1A9}"/>
    <dgm:cxn modelId="{4E0F764B-702E-43EC-92B1-723AF943DB67}" srcId="{089B64FA-F421-44FF-8282-B71A7A14D4FC}" destId="{5FED28A2-1298-4A06-AD5B-27E9B1C7D3B1}" srcOrd="2" destOrd="0" parTransId="{0519B4FB-EF55-4AE8-8DE5-4DD8AFA78CE2}" sibTransId="{DA01BF9B-F2CE-4369-BFFF-1F2D5B6C44E0}"/>
    <dgm:cxn modelId="{0EACA24D-4E3A-4F2D-93E5-26D5D19A5096}" type="presOf" srcId="{572335DC-532D-4631-BE98-E5805150BA4C}" destId="{52528A13-EE01-4CE7-9CD6-2E785DD46661}" srcOrd="0" destOrd="0" presId="urn:microsoft.com/office/officeart/2005/8/layout/vList2"/>
    <dgm:cxn modelId="{372DA16E-7799-42E3-B186-0EFF9CDCBF53}" type="presOf" srcId="{8C1CE83B-E46C-447E-8BAB-E6E987AB18DA}" destId="{560CCF4A-B00E-4E53-82CE-2B31FA8BA7EC}" srcOrd="0" destOrd="0" presId="urn:microsoft.com/office/officeart/2005/8/layout/vList2"/>
    <dgm:cxn modelId="{7212DF54-1ADE-4108-A6E5-B6467B0E156A}" srcId="{089B64FA-F421-44FF-8282-B71A7A14D4FC}" destId="{1040D64C-8668-4719-95D2-33B2199DB3C0}" srcOrd="3" destOrd="0" parTransId="{6E105874-6D13-4A02-B3E4-8FE3B8CF9BDD}" sibTransId="{5A71A61D-6BE3-49B6-9E43-D8BB3ED67A39}"/>
    <dgm:cxn modelId="{8AD80E77-1563-4CC0-9AEE-90047B7084C6}" type="presOf" srcId="{1040D64C-8668-4719-95D2-33B2199DB3C0}" destId="{A53AD513-03C8-417F-922D-98F943863658}" srcOrd="0" destOrd="0" presId="urn:microsoft.com/office/officeart/2005/8/layout/vList2"/>
    <dgm:cxn modelId="{2DC619A8-71BF-416F-A3C5-7B5398A7DC61}" type="presOf" srcId="{5FED28A2-1298-4A06-AD5B-27E9B1C7D3B1}" destId="{EDC10458-ADF0-4461-B4C5-A6500FE6DB88}" srcOrd="0" destOrd="0" presId="urn:microsoft.com/office/officeart/2005/8/layout/vList2"/>
    <dgm:cxn modelId="{D6034FB7-197A-4710-8296-9DD79358E25D}" type="presOf" srcId="{089B64FA-F421-44FF-8282-B71A7A14D4FC}" destId="{41FD1848-7540-4A10-9FBE-496B29F2A7FE}" srcOrd="0" destOrd="0" presId="urn:microsoft.com/office/officeart/2005/8/layout/vList2"/>
    <dgm:cxn modelId="{6A1634D3-B64A-447B-AFA4-F3C9423EF78A}" srcId="{089B64FA-F421-44FF-8282-B71A7A14D4FC}" destId="{572335DC-532D-4631-BE98-E5805150BA4C}" srcOrd="0" destOrd="0" parTransId="{B4A3ECBA-620C-4D1A-85C5-BF4C291AFC95}" sibTransId="{926DD4AF-72EC-4C85-B340-46392E1F94D6}"/>
    <dgm:cxn modelId="{F4047FA8-D34B-49BC-BD7D-C9821BB6D7A4}" type="presParOf" srcId="{41FD1848-7540-4A10-9FBE-496B29F2A7FE}" destId="{52528A13-EE01-4CE7-9CD6-2E785DD46661}" srcOrd="0" destOrd="0" presId="urn:microsoft.com/office/officeart/2005/8/layout/vList2"/>
    <dgm:cxn modelId="{CFE92E80-92EA-4DD3-8E45-EE6BEE0C365B}" type="presParOf" srcId="{41FD1848-7540-4A10-9FBE-496B29F2A7FE}" destId="{7603C69E-695A-4AD7-A0C6-D1541815C475}" srcOrd="1" destOrd="0" presId="urn:microsoft.com/office/officeart/2005/8/layout/vList2"/>
    <dgm:cxn modelId="{F66429CB-4406-4BE0-852D-4EAF94D06451}" type="presParOf" srcId="{41FD1848-7540-4A10-9FBE-496B29F2A7FE}" destId="{560CCF4A-B00E-4E53-82CE-2B31FA8BA7EC}" srcOrd="2" destOrd="0" presId="urn:microsoft.com/office/officeart/2005/8/layout/vList2"/>
    <dgm:cxn modelId="{CD76D099-BE8C-48BA-B212-A2B70468B863}" type="presParOf" srcId="{41FD1848-7540-4A10-9FBE-496B29F2A7FE}" destId="{F0C92598-FDD2-498E-99DB-677C75BAE6CE}" srcOrd="3" destOrd="0" presId="urn:microsoft.com/office/officeart/2005/8/layout/vList2"/>
    <dgm:cxn modelId="{31AD0B03-DA13-4461-B19A-31794B354479}" type="presParOf" srcId="{41FD1848-7540-4A10-9FBE-496B29F2A7FE}" destId="{EDC10458-ADF0-4461-B4C5-A6500FE6DB88}" srcOrd="4" destOrd="0" presId="urn:microsoft.com/office/officeart/2005/8/layout/vList2"/>
    <dgm:cxn modelId="{2B31C687-2CD9-4B75-8ED0-F1454A4C0A23}" type="presParOf" srcId="{41FD1848-7540-4A10-9FBE-496B29F2A7FE}" destId="{0AADBB76-DCF2-456D-96E4-F4AAD1F8AA96}" srcOrd="5" destOrd="0" presId="urn:microsoft.com/office/officeart/2005/8/layout/vList2"/>
    <dgm:cxn modelId="{ED02D5E4-F658-4F31-9EC9-851FF2E6E105}" type="presParOf" srcId="{41FD1848-7540-4A10-9FBE-496B29F2A7FE}" destId="{A53AD513-03C8-417F-922D-98F94386365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3B436B-478E-4C38-AC18-F105897A779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6D99445-BF95-48D9-9E14-30818AF0E260}">
      <dgm:prSet/>
      <dgm:spPr/>
      <dgm:t>
        <a:bodyPr/>
        <a:lstStyle/>
        <a:p>
          <a:r>
            <a:rPr lang="en-US" b="0"/>
            <a:t>Excessive privileges across teams</a:t>
          </a:r>
          <a:endParaRPr lang="en-US"/>
        </a:p>
      </dgm:t>
    </dgm:pt>
    <dgm:pt modelId="{3F157C39-9107-43B6-9D8E-D587B2076144}" type="parTrans" cxnId="{E3841731-226C-496F-B911-39A6014500FB}">
      <dgm:prSet/>
      <dgm:spPr/>
      <dgm:t>
        <a:bodyPr/>
        <a:lstStyle/>
        <a:p>
          <a:endParaRPr lang="en-US"/>
        </a:p>
      </dgm:t>
    </dgm:pt>
    <dgm:pt modelId="{0EF99068-B7FF-4E36-89AB-A6057AA60B3D}" type="sibTrans" cxnId="{E3841731-226C-496F-B911-39A6014500FB}">
      <dgm:prSet/>
      <dgm:spPr/>
      <dgm:t>
        <a:bodyPr/>
        <a:lstStyle/>
        <a:p>
          <a:endParaRPr lang="en-US"/>
        </a:p>
      </dgm:t>
    </dgm:pt>
    <dgm:pt modelId="{0384B0A3-55DA-4B56-A861-9B8AE8022DDD}">
      <dgm:prSet/>
      <dgm:spPr/>
      <dgm:t>
        <a:bodyPr/>
        <a:lstStyle/>
        <a:p>
          <a:r>
            <a:rPr lang="en-US" b="0"/>
            <a:t>No centralized governance</a:t>
          </a:r>
          <a:endParaRPr lang="en-US"/>
        </a:p>
      </dgm:t>
    </dgm:pt>
    <dgm:pt modelId="{95666FC0-CD88-4313-910A-97DEB5A9BEC6}" type="parTrans" cxnId="{9066632A-BDB5-400E-A6C8-3E3F2B8A8DBF}">
      <dgm:prSet/>
      <dgm:spPr/>
      <dgm:t>
        <a:bodyPr/>
        <a:lstStyle/>
        <a:p>
          <a:endParaRPr lang="en-US"/>
        </a:p>
      </dgm:t>
    </dgm:pt>
    <dgm:pt modelId="{0EB68500-AB6A-492D-9074-644A9589F353}" type="sibTrans" cxnId="{9066632A-BDB5-400E-A6C8-3E3F2B8A8DBF}">
      <dgm:prSet/>
      <dgm:spPr/>
      <dgm:t>
        <a:bodyPr/>
        <a:lstStyle/>
        <a:p>
          <a:endParaRPr lang="en-US"/>
        </a:p>
      </dgm:t>
    </dgm:pt>
    <dgm:pt modelId="{D9CAD779-93EE-4ECA-BAC7-CCC11C4C2A1F}">
      <dgm:prSet/>
      <dgm:spPr/>
      <dgm:t>
        <a:bodyPr/>
        <a:lstStyle/>
        <a:p>
          <a:r>
            <a:rPr lang="en-US" b="0"/>
            <a:t>Credential-based attack exposure</a:t>
          </a:r>
          <a:endParaRPr lang="en-US"/>
        </a:p>
      </dgm:t>
    </dgm:pt>
    <dgm:pt modelId="{424EE30F-C2E9-47CF-B0CF-7EB80A7B4F82}" type="parTrans" cxnId="{476E9322-7744-4EB1-AF5F-675513218798}">
      <dgm:prSet/>
      <dgm:spPr/>
      <dgm:t>
        <a:bodyPr/>
        <a:lstStyle/>
        <a:p>
          <a:endParaRPr lang="en-US"/>
        </a:p>
      </dgm:t>
    </dgm:pt>
    <dgm:pt modelId="{161AD165-F5B4-4FFD-9620-4F295A8ED22F}" type="sibTrans" cxnId="{476E9322-7744-4EB1-AF5F-675513218798}">
      <dgm:prSet/>
      <dgm:spPr/>
      <dgm:t>
        <a:bodyPr/>
        <a:lstStyle/>
        <a:p>
          <a:endParaRPr lang="en-US"/>
        </a:p>
      </dgm:t>
    </dgm:pt>
    <dgm:pt modelId="{BFAE7157-734B-47D2-8513-E77B395C5ACE}">
      <dgm:prSet/>
      <dgm:spPr/>
      <dgm:t>
        <a:bodyPr/>
        <a:lstStyle/>
        <a:p>
          <a:r>
            <a:rPr lang="en-US" b="0"/>
            <a:t>Legacy authentication still enabled</a:t>
          </a:r>
          <a:endParaRPr lang="en-US"/>
        </a:p>
      </dgm:t>
    </dgm:pt>
    <dgm:pt modelId="{5EAC543F-FD06-48B5-AB06-C7120E3DCE05}" type="parTrans" cxnId="{396EB0EF-1B2C-40D4-A24D-9C82666CE7CD}">
      <dgm:prSet/>
      <dgm:spPr/>
      <dgm:t>
        <a:bodyPr/>
        <a:lstStyle/>
        <a:p>
          <a:endParaRPr lang="en-US"/>
        </a:p>
      </dgm:t>
    </dgm:pt>
    <dgm:pt modelId="{52346C78-0F4E-4502-AA58-40C82B38F646}" type="sibTrans" cxnId="{396EB0EF-1B2C-40D4-A24D-9C82666CE7CD}">
      <dgm:prSet/>
      <dgm:spPr/>
      <dgm:t>
        <a:bodyPr/>
        <a:lstStyle/>
        <a:p>
          <a:endParaRPr lang="en-US"/>
        </a:p>
      </dgm:t>
    </dgm:pt>
    <dgm:pt modelId="{3C602A62-EB0A-49F2-B74E-75026AD88693}">
      <dgm:prSet/>
      <dgm:spPr/>
      <dgm:t>
        <a:bodyPr/>
        <a:lstStyle/>
        <a:p>
          <a:r>
            <a:rPr lang="en-US" b="0"/>
            <a:t>No periodic access reviews</a:t>
          </a:r>
          <a:endParaRPr lang="en-US"/>
        </a:p>
      </dgm:t>
    </dgm:pt>
    <dgm:pt modelId="{F2CF7BB9-0DF7-40E1-A89F-BA58B7FFD278}" type="parTrans" cxnId="{ACD3E428-7B13-4EEC-8113-E7A042C5054C}">
      <dgm:prSet/>
      <dgm:spPr/>
      <dgm:t>
        <a:bodyPr/>
        <a:lstStyle/>
        <a:p>
          <a:endParaRPr lang="en-US"/>
        </a:p>
      </dgm:t>
    </dgm:pt>
    <dgm:pt modelId="{E2587D3C-EC56-44CA-8155-04E6345AA370}" type="sibTrans" cxnId="{ACD3E428-7B13-4EEC-8113-E7A042C5054C}">
      <dgm:prSet/>
      <dgm:spPr/>
      <dgm:t>
        <a:bodyPr/>
        <a:lstStyle/>
        <a:p>
          <a:endParaRPr lang="en-US"/>
        </a:p>
      </dgm:t>
    </dgm:pt>
    <dgm:pt modelId="{2218B2C7-A9D2-4016-B982-349B9DC5655E}" type="pres">
      <dgm:prSet presAssocID="{CE3B436B-478E-4C38-AC18-F105897A7791}" presName="linear" presStyleCnt="0">
        <dgm:presLayoutVars>
          <dgm:animLvl val="lvl"/>
          <dgm:resizeHandles val="exact"/>
        </dgm:presLayoutVars>
      </dgm:prSet>
      <dgm:spPr/>
    </dgm:pt>
    <dgm:pt modelId="{038EC765-873C-41C0-9964-61D6FE6226F6}" type="pres">
      <dgm:prSet presAssocID="{86D99445-BF95-48D9-9E14-30818AF0E26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36BA787-D0E7-4D1D-8366-1CB3422CC6EC}" type="pres">
      <dgm:prSet presAssocID="{0EF99068-B7FF-4E36-89AB-A6057AA60B3D}" presName="spacer" presStyleCnt="0"/>
      <dgm:spPr/>
    </dgm:pt>
    <dgm:pt modelId="{0B9373D0-C9A2-4986-BDF6-013D338394A0}" type="pres">
      <dgm:prSet presAssocID="{0384B0A3-55DA-4B56-A861-9B8AE8022DD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83A77C7-BDCA-4C57-9C36-82216BA8720D}" type="pres">
      <dgm:prSet presAssocID="{0EB68500-AB6A-492D-9074-644A9589F353}" presName="spacer" presStyleCnt="0"/>
      <dgm:spPr/>
    </dgm:pt>
    <dgm:pt modelId="{91E8C55A-38C1-4468-B4DD-187C05FC36A3}" type="pres">
      <dgm:prSet presAssocID="{D9CAD779-93EE-4ECA-BAC7-CCC11C4C2A1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C52C424-EDC9-4AA5-A171-FDA8A46FD768}" type="pres">
      <dgm:prSet presAssocID="{161AD165-F5B4-4FFD-9620-4F295A8ED22F}" presName="spacer" presStyleCnt="0"/>
      <dgm:spPr/>
    </dgm:pt>
    <dgm:pt modelId="{CCFB91CE-23C4-48E4-94CB-166BE5C1346D}" type="pres">
      <dgm:prSet presAssocID="{BFAE7157-734B-47D2-8513-E77B395C5AC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06CF562-C6E3-48E4-A879-40AAB98A2520}" type="pres">
      <dgm:prSet presAssocID="{52346C78-0F4E-4502-AA58-40C82B38F646}" presName="spacer" presStyleCnt="0"/>
      <dgm:spPr/>
    </dgm:pt>
    <dgm:pt modelId="{F88ED68D-BAD1-4F73-8406-A61F1A2BF6A9}" type="pres">
      <dgm:prSet presAssocID="{3C602A62-EB0A-49F2-B74E-75026AD8869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76E9322-7744-4EB1-AF5F-675513218798}" srcId="{CE3B436B-478E-4C38-AC18-F105897A7791}" destId="{D9CAD779-93EE-4ECA-BAC7-CCC11C4C2A1F}" srcOrd="2" destOrd="0" parTransId="{424EE30F-C2E9-47CF-B0CF-7EB80A7B4F82}" sibTransId="{161AD165-F5B4-4FFD-9620-4F295A8ED22F}"/>
    <dgm:cxn modelId="{ACD3E428-7B13-4EEC-8113-E7A042C5054C}" srcId="{CE3B436B-478E-4C38-AC18-F105897A7791}" destId="{3C602A62-EB0A-49F2-B74E-75026AD88693}" srcOrd="4" destOrd="0" parTransId="{F2CF7BB9-0DF7-40E1-A89F-BA58B7FFD278}" sibTransId="{E2587D3C-EC56-44CA-8155-04E6345AA370}"/>
    <dgm:cxn modelId="{9066632A-BDB5-400E-A6C8-3E3F2B8A8DBF}" srcId="{CE3B436B-478E-4C38-AC18-F105897A7791}" destId="{0384B0A3-55DA-4B56-A861-9B8AE8022DDD}" srcOrd="1" destOrd="0" parTransId="{95666FC0-CD88-4313-910A-97DEB5A9BEC6}" sibTransId="{0EB68500-AB6A-492D-9074-644A9589F353}"/>
    <dgm:cxn modelId="{E3841731-226C-496F-B911-39A6014500FB}" srcId="{CE3B436B-478E-4C38-AC18-F105897A7791}" destId="{86D99445-BF95-48D9-9E14-30818AF0E260}" srcOrd="0" destOrd="0" parTransId="{3F157C39-9107-43B6-9D8E-D587B2076144}" sibTransId="{0EF99068-B7FF-4E36-89AB-A6057AA60B3D}"/>
    <dgm:cxn modelId="{65146C35-FB89-43B4-BE54-5CB88F12CF05}" type="presOf" srcId="{D9CAD779-93EE-4ECA-BAC7-CCC11C4C2A1F}" destId="{91E8C55A-38C1-4468-B4DD-187C05FC36A3}" srcOrd="0" destOrd="0" presId="urn:microsoft.com/office/officeart/2005/8/layout/vList2"/>
    <dgm:cxn modelId="{639F5D49-B510-46CC-87F4-9F767B26B430}" type="presOf" srcId="{CE3B436B-478E-4C38-AC18-F105897A7791}" destId="{2218B2C7-A9D2-4016-B982-349B9DC5655E}" srcOrd="0" destOrd="0" presId="urn:microsoft.com/office/officeart/2005/8/layout/vList2"/>
    <dgm:cxn modelId="{951F8452-C73C-421A-AC6B-0520A20B29EB}" type="presOf" srcId="{86D99445-BF95-48D9-9E14-30818AF0E260}" destId="{038EC765-873C-41C0-9964-61D6FE6226F6}" srcOrd="0" destOrd="0" presId="urn:microsoft.com/office/officeart/2005/8/layout/vList2"/>
    <dgm:cxn modelId="{7A296A7F-9FD7-4169-8B07-784CF754E635}" type="presOf" srcId="{3C602A62-EB0A-49F2-B74E-75026AD88693}" destId="{F88ED68D-BAD1-4F73-8406-A61F1A2BF6A9}" srcOrd="0" destOrd="0" presId="urn:microsoft.com/office/officeart/2005/8/layout/vList2"/>
    <dgm:cxn modelId="{AF3B0795-DACE-4D7F-ADCA-DACC2DA72880}" type="presOf" srcId="{0384B0A3-55DA-4B56-A861-9B8AE8022DDD}" destId="{0B9373D0-C9A2-4986-BDF6-013D338394A0}" srcOrd="0" destOrd="0" presId="urn:microsoft.com/office/officeart/2005/8/layout/vList2"/>
    <dgm:cxn modelId="{65C5759B-5509-4E83-AF2C-1DBAF25F78BF}" type="presOf" srcId="{BFAE7157-734B-47D2-8513-E77B395C5ACE}" destId="{CCFB91CE-23C4-48E4-94CB-166BE5C1346D}" srcOrd="0" destOrd="0" presId="urn:microsoft.com/office/officeart/2005/8/layout/vList2"/>
    <dgm:cxn modelId="{396EB0EF-1B2C-40D4-A24D-9C82666CE7CD}" srcId="{CE3B436B-478E-4C38-AC18-F105897A7791}" destId="{BFAE7157-734B-47D2-8513-E77B395C5ACE}" srcOrd="3" destOrd="0" parTransId="{5EAC543F-FD06-48B5-AB06-C7120E3DCE05}" sibTransId="{52346C78-0F4E-4502-AA58-40C82B38F646}"/>
    <dgm:cxn modelId="{8555F61B-6FEA-48C3-9483-2DCA79FA1D92}" type="presParOf" srcId="{2218B2C7-A9D2-4016-B982-349B9DC5655E}" destId="{038EC765-873C-41C0-9964-61D6FE6226F6}" srcOrd="0" destOrd="0" presId="urn:microsoft.com/office/officeart/2005/8/layout/vList2"/>
    <dgm:cxn modelId="{C6F0EBB3-D533-42E6-AC86-E69BCF1BBB6E}" type="presParOf" srcId="{2218B2C7-A9D2-4016-B982-349B9DC5655E}" destId="{036BA787-D0E7-4D1D-8366-1CB3422CC6EC}" srcOrd="1" destOrd="0" presId="urn:microsoft.com/office/officeart/2005/8/layout/vList2"/>
    <dgm:cxn modelId="{C10C3D0A-E78B-4303-B8A8-53E0F53D2450}" type="presParOf" srcId="{2218B2C7-A9D2-4016-B982-349B9DC5655E}" destId="{0B9373D0-C9A2-4986-BDF6-013D338394A0}" srcOrd="2" destOrd="0" presId="urn:microsoft.com/office/officeart/2005/8/layout/vList2"/>
    <dgm:cxn modelId="{B3D7AE51-C3EE-41D3-AF15-0BDDE8E040FD}" type="presParOf" srcId="{2218B2C7-A9D2-4016-B982-349B9DC5655E}" destId="{983A77C7-BDCA-4C57-9C36-82216BA8720D}" srcOrd="3" destOrd="0" presId="urn:microsoft.com/office/officeart/2005/8/layout/vList2"/>
    <dgm:cxn modelId="{07FCB5BE-2090-41CE-886D-861BFD0384C8}" type="presParOf" srcId="{2218B2C7-A9D2-4016-B982-349B9DC5655E}" destId="{91E8C55A-38C1-4468-B4DD-187C05FC36A3}" srcOrd="4" destOrd="0" presId="urn:microsoft.com/office/officeart/2005/8/layout/vList2"/>
    <dgm:cxn modelId="{22E63FCD-BC73-4E49-806B-1CC1F001793E}" type="presParOf" srcId="{2218B2C7-A9D2-4016-B982-349B9DC5655E}" destId="{3C52C424-EDC9-4AA5-A171-FDA8A46FD768}" srcOrd="5" destOrd="0" presId="urn:microsoft.com/office/officeart/2005/8/layout/vList2"/>
    <dgm:cxn modelId="{2053DB4C-F2A6-47B8-A253-6A8C4842D2FB}" type="presParOf" srcId="{2218B2C7-A9D2-4016-B982-349B9DC5655E}" destId="{CCFB91CE-23C4-48E4-94CB-166BE5C1346D}" srcOrd="6" destOrd="0" presId="urn:microsoft.com/office/officeart/2005/8/layout/vList2"/>
    <dgm:cxn modelId="{EC3E40E4-BCDB-45C6-AFDF-830EA3601251}" type="presParOf" srcId="{2218B2C7-A9D2-4016-B982-349B9DC5655E}" destId="{106CF562-C6E3-48E4-A879-40AAB98A2520}" srcOrd="7" destOrd="0" presId="urn:microsoft.com/office/officeart/2005/8/layout/vList2"/>
    <dgm:cxn modelId="{B7003BD5-B3FD-44D4-8F97-499B8A35C1A3}" type="presParOf" srcId="{2218B2C7-A9D2-4016-B982-349B9DC5655E}" destId="{F88ED68D-BAD1-4F73-8406-A61F1A2BF6A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3A5492-DE4C-42A5-9C3E-231F1380D8B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A631B0-5029-4B59-89F0-F788A3490B6D}">
      <dgm:prSet/>
      <dgm:spPr/>
      <dgm:t>
        <a:bodyPr/>
        <a:lstStyle/>
        <a:p>
          <a:r>
            <a:rPr lang="en-US" b="0"/>
            <a:t>Microsoft Entra ID as the identity control plane</a:t>
          </a:r>
          <a:endParaRPr lang="en-US"/>
        </a:p>
      </dgm:t>
    </dgm:pt>
    <dgm:pt modelId="{0F4D304D-F0D9-4B86-8A9D-7D09CEDD13B3}" type="parTrans" cxnId="{AC4FB004-4B80-45C8-A085-81E108DF8A93}">
      <dgm:prSet/>
      <dgm:spPr/>
      <dgm:t>
        <a:bodyPr/>
        <a:lstStyle/>
        <a:p>
          <a:endParaRPr lang="en-US"/>
        </a:p>
      </dgm:t>
    </dgm:pt>
    <dgm:pt modelId="{776FAD4B-9ACA-4758-9A4F-90D21510D3B6}" type="sibTrans" cxnId="{AC4FB004-4B80-45C8-A085-81E108DF8A93}">
      <dgm:prSet/>
      <dgm:spPr/>
      <dgm:t>
        <a:bodyPr/>
        <a:lstStyle/>
        <a:p>
          <a:endParaRPr lang="en-US"/>
        </a:p>
      </dgm:t>
    </dgm:pt>
    <dgm:pt modelId="{0C9C658F-96FC-4B39-A80E-0292EBD5E28A}">
      <dgm:prSet/>
      <dgm:spPr/>
      <dgm:t>
        <a:bodyPr/>
        <a:lstStyle/>
        <a:p>
          <a:r>
            <a:rPr lang="en-US" b="0"/>
            <a:t>Zero Trust security model</a:t>
          </a:r>
          <a:endParaRPr lang="en-US"/>
        </a:p>
      </dgm:t>
    </dgm:pt>
    <dgm:pt modelId="{945E8487-799A-48A2-A48B-0E3CEC208D01}" type="parTrans" cxnId="{41647A61-9C5D-4325-A947-27A75B7DF690}">
      <dgm:prSet/>
      <dgm:spPr/>
      <dgm:t>
        <a:bodyPr/>
        <a:lstStyle/>
        <a:p>
          <a:endParaRPr lang="en-US"/>
        </a:p>
      </dgm:t>
    </dgm:pt>
    <dgm:pt modelId="{18CD19B5-6C61-40F4-9BC5-004740F2B72C}" type="sibTrans" cxnId="{41647A61-9C5D-4325-A947-27A75B7DF690}">
      <dgm:prSet/>
      <dgm:spPr/>
      <dgm:t>
        <a:bodyPr/>
        <a:lstStyle/>
        <a:p>
          <a:endParaRPr lang="en-US"/>
        </a:p>
      </dgm:t>
    </dgm:pt>
    <dgm:pt modelId="{67C682E0-5B8E-4361-8FEA-6261C6985FD9}">
      <dgm:prSet/>
      <dgm:spPr/>
      <dgm:t>
        <a:bodyPr/>
        <a:lstStyle/>
        <a:p>
          <a:r>
            <a:rPr lang="en-US" b="0"/>
            <a:t>Role-based access control (RBAC)</a:t>
          </a:r>
          <a:endParaRPr lang="en-US"/>
        </a:p>
      </dgm:t>
    </dgm:pt>
    <dgm:pt modelId="{9C8D9A12-EFD8-456B-B9ED-2DBBF54EE20F}" type="parTrans" cxnId="{A1AF0B30-B71D-46CA-A1F3-8D267A318D50}">
      <dgm:prSet/>
      <dgm:spPr/>
      <dgm:t>
        <a:bodyPr/>
        <a:lstStyle/>
        <a:p>
          <a:endParaRPr lang="en-US"/>
        </a:p>
      </dgm:t>
    </dgm:pt>
    <dgm:pt modelId="{95FF1C24-8253-4EEF-9034-CB48C45C0E4F}" type="sibTrans" cxnId="{A1AF0B30-B71D-46CA-A1F3-8D267A318D50}">
      <dgm:prSet/>
      <dgm:spPr/>
      <dgm:t>
        <a:bodyPr/>
        <a:lstStyle/>
        <a:p>
          <a:endParaRPr lang="en-US"/>
        </a:p>
      </dgm:t>
    </dgm:pt>
    <dgm:pt modelId="{F5154305-7B93-4090-A0E0-3A0F111EA3E6}">
      <dgm:prSet/>
      <dgm:spPr/>
      <dgm:t>
        <a:bodyPr/>
        <a:lstStyle/>
        <a:p>
          <a:r>
            <a:rPr lang="en-US" b="0"/>
            <a:t>Conditional Access enforcement</a:t>
          </a:r>
          <a:endParaRPr lang="en-US"/>
        </a:p>
      </dgm:t>
    </dgm:pt>
    <dgm:pt modelId="{A9585F75-8650-4C1E-BE3F-DFB2DDAAF101}" type="parTrans" cxnId="{B56DC5AA-BE4F-4CBF-9BCC-A44AF68AD9B1}">
      <dgm:prSet/>
      <dgm:spPr/>
      <dgm:t>
        <a:bodyPr/>
        <a:lstStyle/>
        <a:p>
          <a:endParaRPr lang="en-US"/>
        </a:p>
      </dgm:t>
    </dgm:pt>
    <dgm:pt modelId="{DDCE067D-FD9F-45EA-9D5C-26108D9FEB8D}" type="sibTrans" cxnId="{B56DC5AA-BE4F-4CBF-9BCC-A44AF68AD9B1}">
      <dgm:prSet/>
      <dgm:spPr/>
      <dgm:t>
        <a:bodyPr/>
        <a:lstStyle/>
        <a:p>
          <a:endParaRPr lang="en-US"/>
        </a:p>
      </dgm:t>
    </dgm:pt>
    <dgm:pt modelId="{C8A05F4B-834E-42AD-8C39-F2D9A6C866EE}">
      <dgm:prSet/>
      <dgm:spPr/>
      <dgm:t>
        <a:bodyPr/>
        <a:lstStyle/>
        <a:p>
          <a:r>
            <a:rPr lang="en-US" b="0"/>
            <a:t>Automated identity governance</a:t>
          </a:r>
          <a:endParaRPr lang="en-US"/>
        </a:p>
      </dgm:t>
    </dgm:pt>
    <dgm:pt modelId="{90959272-BD7E-45F2-9BB8-21C4F5188C1E}" type="parTrans" cxnId="{407BEE2B-FEC5-4ADE-8E23-9513100FD89A}">
      <dgm:prSet/>
      <dgm:spPr/>
      <dgm:t>
        <a:bodyPr/>
        <a:lstStyle/>
        <a:p>
          <a:endParaRPr lang="en-US"/>
        </a:p>
      </dgm:t>
    </dgm:pt>
    <dgm:pt modelId="{AC890613-54C9-4E9E-A0A7-99D7FB4D8237}" type="sibTrans" cxnId="{407BEE2B-FEC5-4ADE-8E23-9513100FD89A}">
      <dgm:prSet/>
      <dgm:spPr/>
      <dgm:t>
        <a:bodyPr/>
        <a:lstStyle/>
        <a:p>
          <a:endParaRPr lang="en-US"/>
        </a:p>
      </dgm:t>
    </dgm:pt>
    <dgm:pt modelId="{468B3D94-3AB3-42D6-B80E-8DE9F59DC600}" type="pres">
      <dgm:prSet presAssocID="{703A5492-DE4C-42A5-9C3E-231F1380D8B2}" presName="linear" presStyleCnt="0">
        <dgm:presLayoutVars>
          <dgm:animLvl val="lvl"/>
          <dgm:resizeHandles val="exact"/>
        </dgm:presLayoutVars>
      </dgm:prSet>
      <dgm:spPr/>
    </dgm:pt>
    <dgm:pt modelId="{183F7812-1DA9-420B-8A36-3B2E9632788A}" type="pres">
      <dgm:prSet presAssocID="{0FA631B0-5029-4B59-89F0-F788A3490B6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08345E5-D929-4739-9ACD-6A1F4A9FB879}" type="pres">
      <dgm:prSet presAssocID="{776FAD4B-9ACA-4758-9A4F-90D21510D3B6}" presName="spacer" presStyleCnt="0"/>
      <dgm:spPr/>
    </dgm:pt>
    <dgm:pt modelId="{2EA0B8C3-52F2-40FA-9694-13237B3208B2}" type="pres">
      <dgm:prSet presAssocID="{0C9C658F-96FC-4B39-A80E-0292EBD5E28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FAB4984-D8D0-4946-8632-A7828B5E14C3}" type="pres">
      <dgm:prSet presAssocID="{18CD19B5-6C61-40F4-9BC5-004740F2B72C}" presName="spacer" presStyleCnt="0"/>
      <dgm:spPr/>
    </dgm:pt>
    <dgm:pt modelId="{CAB20E5E-62B3-46B0-8CCA-588BE208B533}" type="pres">
      <dgm:prSet presAssocID="{67C682E0-5B8E-4361-8FEA-6261C6985FD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5B3CE5F-272B-4DBF-A282-094A5885B472}" type="pres">
      <dgm:prSet presAssocID="{95FF1C24-8253-4EEF-9034-CB48C45C0E4F}" presName="spacer" presStyleCnt="0"/>
      <dgm:spPr/>
    </dgm:pt>
    <dgm:pt modelId="{40EBA55F-D96A-4FF9-834E-341583B36AC1}" type="pres">
      <dgm:prSet presAssocID="{F5154305-7B93-4090-A0E0-3A0F111EA3E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7E800C0-B32D-4BE1-B5E4-8C9491633F8E}" type="pres">
      <dgm:prSet presAssocID="{DDCE067D-FD9F-45EA-9D5C-26108D9FEB8D}" presName="spacer" presStyleCnt="0"/>
      <dgm:spPr/>
    </dgm:pt>
    <dgm:pt modelId="{E3C0DC35-EBEE-435B-ADD5-E509FFDEC485}" type="pres">
      <dgm:prSet presAssocID="{C8A05F4B-834E-42AD-8C39-F2D9A6C866E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C4FB004-4B80-45C8-A085-81E108DF8A93}" srcId="{703A5492-DE4C-42A5-9C3E-231F1380D8B2}" destId="{0FA631B0-5029-4B59-89F0-F788A3490B6D}" srcOrd="0" destOrd="0" parTransId="{0F4D304D-F0D9-4B86-8A9D-7D09CEDD13B3}" sibTransId="{776FAD4B-9ACA-4758-9A4F-90D21510D3B6}"/>
    <dgm:cxn modelId="{3920480A-2C5E-45BD-A88D-FDAA74802690}" type="presOf" srcId="{F5154305-7B93-4090-A0E0-3A0F111EA3E6}" destId="{40EBA55F-D96A-4FF9-834E-341583B36AC1}" srcOrd="0" destOrd="0" presId="urn:microsoft.com/office/officeart/2005/8/layout/vList2"/>
    <dgm:cxn modelId="{407BEE2B-FEC5-4ADE-8E23-9513100FD89A}" srcId="{703A5492-DE4C-42A5-9C3E-231F1380D8B2}" destId="{C8A05F4B-834E-42AD-8C39-F2D9A6C866EE}" srcOrd="4" destOrd="0" parTransId="{90959272-BD7E-45F2-9BB8-21C4F5188C1E}" sibTransId="{AC890613-54C9-4E9E-A0A7-99D7FB4D8237}"/>
    <dgm:cxn modelId="{A1AF0B30-B71D-46CA-A1F3-8D267A318D50}" srcId="{703A5492-DE4C-42A5-9C3E-231F1380D8B2}" destId="{67C682E0-5B8E-4361-8FEA-6261C6985FD9}" srcOrd="2" destOrd="0" parTransId="{9C8D9A12-EFD8-456B-B9ED-2DBBF54EE20F}" sibTransId="{95FF1C24-8253-4EEF-9034-CB48C45C0E4F}"/>
    <dgm:cxn modelId="{82285940-610A-41B1-B28A-DDD812D49C2F}" type="presOf" srcId="{0C9C658F-96FC-4B39-A80E-0292EBD5E28A}" destId="{2EA0B8C3-52F2-40FA-9694-13237B3208B2}" srcOrd="0" destOrd="0" presId="urn:microsoft.com/office/officeart/2005/8/layout/vList2"/>
    <dgm:cxn modelId="{4564F05B-0B2D-431E-8118-A1B4E758D71E}" type="presOf" srcId="{C8A05F4B-834E-42AD-8C39-F2D9A6C866EE}" destId="{E3C0DC35-EBEE-435B-ADD5-E509FFDEC485}" srcOrd="0" destOrd="0" presId="urn:microsoft.com/office/officeart/2005/8/layout/vList2"/>
    <dgm:cxn modelId="{41647A61-9C5D-4325-A947-27A75B7DF690}" srcId="{703A5492-DE4C-42A5-9C3E-231F1380D8B2}" destId="{0C9C658F-96FC-4B39-A80E-0292EBD5E28A}" srcOrd="1" destOrd="0" parTransId="{945E8487-799A-48A2-A48B-0E3CEC208D01}" sibTransId="{18CD19B5-6C61-40F4-9BC5-004740F2B72C}"/>
    <dgm:cxn modelId="{272DA742-CE01-4A69-9646-DDA69A6C5538}" type="presOf" srcId="{703A5492-DE4C-42A5-9C3E-231F1380D8B2}" destId="{468B3D94-3AB3-42D6-B80E-8DE9F59DC600}" srcOrd="0" destOrd="0" presId="urn:microsoft.com/office/officeart/2005/8/layout/vList2"/>
    <dgm:cxn modelId="{B56DC5AA-BE4F-4CBF-9BCC-A44AF68AD9B1}" srcId="{703A5492-DE4C-42A5-9C3E-231F1380D8B2}" destId="{F5154305-7B93-4090-A0E0-3A0F111EA3E6}" srcOrd="3" destOrd="0" parTransId="{A9585F75-8650-4C1E-BE3F-DFB2DDAAF101}" sibTransId="{DDCE067D-FD9F-45EA-9D5C-26108D9FEB8D}"/>
    <dgm:cxn modelId="{BC4EE6BE-05C3-46FD-8DA2-E190AC620340}" type="presOf" srcId="{0FA631B0-5029-4B59-89F0-F788A3490B6D}" destId="{183F7812-1DA9-420B-8A36-3B2E9632788A}" srcOrd="0" destOrd="0" presId="urn:microsoft.com/office/officeart/2005/8/layout/vList2"/>
    <dgm:cxn modelId="{D0DDAAD5-0D24-4303-90CE-543AA095C08E}" type="presOf" srcId="{67C682E0-5B8E-4361-8FEA-6261C6985FD9}" destId="{CAB20E5E-62B3-46B0-8CCA-588BE208B533}" srcOrd="0" destOrd="0" presId="urn:microsoft.com/office/officeart/2005/8/layout/vList2"/>
    <dgm:cxn modelId="{65E4995C-6828-429B-9B23-857FE5DF8428}" type="presParOf" srcId="{468B3D94-3AB3-42D6-B80E-8DE9F59DC600}" destId="{183F7812-1DA9-420B-8A36-3B2E9632788A}" srcOrd="0" destOrd="0" presId="urn:microsoft.com/office/officeart/2005/8/layout/vList2"/>
    <dgm:cxn modelId="{305B9079-C272-473D-8DFB-C80AE488D6A8}" type="presParOf" srcId="{468B3D94-3AB3-42D6-B80E-8DE9F59DC600}" destId="{808345E5-D929-4739-9ACD-6A1F4A9FB879}" srcOrd="1" destOrd="0" presId="urn:microsoft.com/office/officeart/2005/8/layout/vList2"/>
    <dgm:cxn modelId="{A72504AD-4530-4029-A545-FDC63ECEBBE5}" type="presParOf" srcId="{468B3D94-3AB3-42D6-B80E-8DE9F59DC600}" destId="{2EA0B8C3-52F2-40FA-9694-13237B3208B2}" srcOrd="2" destOrd="0" presId="urn:microsoft.com/office/officeart/2005/8/layout/vList2"/>
    <dgm:cxn modelId="{3361DC72-409D-4A88-A7DF-6140CD95E71A}" type="presParOf" srcId="{468B3D94-3AB3-42D6-B80E-8DE9F59DC600}" destId="{EFAB4984-D8D0-4946-8632-A7828B5E14C3}" srcOrd="3" destOrd="0" presId="urn:microsoft.com/office/officeart/2005/8/layout/vList2"/>
    <dgm:cxn modelId="{994DA778-D3F2-4537-BE9A-4C3BD55732EA}" type="presParOf" srcId="{468B3D94-3AB3-42D6-B80E-8DE9F59DC600}" destId="{CAB20E5E-62B3-46B0-8CCA-588BE208B533}" srcOrd="4" destOrd="0" presId="urn:microsoft.com/office/officeart/2005/8/layout/vList2"/>
    <dgm:cxn modelId="{A09438A4-44C0-439F-B755-DCA1DCFFFF96}" type="presParOf" srcId="{468B3D94-3AB3-42D6-B80E-8DE9F59DC600}" destId="{45B3CE5F-272B-4DBF-A282-094A5885B472}" srcOrd="5" destOrd="0" presId="urn:microsoft.com/office/officeart/2005/8/layout/vList2"/>
    <dgm:cxn modelId="{28D199D3-68B3-4CC8-B3F8-B8AB11B92227}" type="presParOf" srcId="{468B3D94-3AB3-42D6-B80E-8DE9F59DC600}" destId="{40EBA55F-D96A-4FF9-834E-341583B36AC1}" srcOrd="6" destOrd="0" presId="urn:microsoft.com/office/officeart/2005/8/layout/vList2"/>
    <dgm:cxn modelId="{16A82F5B-6E30-4C1B-ADA2-5BA81E837ADC}" type="presParOf" srcId="{468B3D94-3AB3-42D6-B80E-8DE9F59DC600}" destId="{C7E800C0-B32D-4BE1-B5E4-8C9491633F8E}" srcOrd="7" destOrd="0" presId="urn:microsoft.com/office/officeart/2005/8/layout/vList2"/>
    <dgm:cxn modelId="{302A81B2-8311-414E-A71F-3D58F8D58EA5}" type="presParOf" srcId="{468B3D94-3AB3-42D6-B80E-8DE9F59DC600}" destId="{E3C0DC35-EBEE-435B-ADD5-E509FFDEC48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F7CBFF-AA97-4E2F-96CC-0E236C2FB0F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E6F6D5A-8F7B-450B-8508-955717299452}">
      <dgm:prSet/>
      <dgm:spPr/>
      <dgm:t>
        <a:bodyPr/>
        <a:lstStyle/>
        <a:p>
          <a:r>
            <a:rPr lang="en-US" b="0"/>
            <a:t>Users → Groups → Roles → Applications</a:t>
          </a:r>
          <a:endParaRPr lang="en-US"/>
        </a:p>
      </dgm:t>
    </dgm:pt>
    <dgm:pt modelId="{DDA274EB-D277-4B9A-B599-6F72C7196C16}" type="parTrans" cxnId="{96C2D80A-0B0F-4B44-991B-A8D5D9FA9908}">
      <dgm:prSet/>
      <dgm:spPr/>
      <dgm:t>
        <a:bodyPr/>
        <a:lstStyle/>
        <a:p>
          <a:endParaRPr lang="en-US"/>
        </a:p>
      </dgm:t>
    </dgm:pt>
    <dgm:pt modelId="{B99C8802-C1A9-4390-A63A-FC89F6509E68}" type="sibTrans" cxnId="{96C2D80A-0B0F-4B44-991B-A8D5D9FA9908}">
      <dgm:prSet/>
      <dgm:spPr/>
      <dgm:t>
        <a:bodyPr/>
        <a:lstStyle/>
        <a:p>
          <a:endParaRPr lang="en-US"/>
        </a:p>
      </dgm:t>
    </dgm:pt>
    <dgm:pt modelId="{CA42CA5B-4C5F-496C-A48C-A3D6898423BB}">
      <dgm:prSet/>
      <dgm:spPr/>
      <dgm:t>
        <a:bodyPr/>
        <a:lstStyle/>
        <a:p>
          <a:r>
            <a:rPr lang="en-US" b="0"/>
            <a:t>Centralized identity provider</a:t>
          </a:r>
          <a:endParaRPr lang="en-US"/>
        </a:p>
      </dgm:t>
    </dgm:pt>
    <dgm:pt modelId="{524805F1-18FC-4190-9B39-7F8BA0AF3FB1}" type="parTrans" cxnId="{2A4347B4-6590-4DA8-96A8-8DB710659522}">
      <dgm:prSet/>
      <dgm:spPr/>
      <dgm:t>
        <a:bodyPr/>
        <a:lstStyle/>
        <a:p>
          <a:endParaRPr lang="en-US"/>
        </a:p>
      </dgm:t>
    </dgm:pt>
    <dgm:pt modelId="{741C1F28-5753-4015-B147-37CF5CFAD703}" type="sibTrans" cxnId="{2A4347B4-6590-4DA8-96A8-8DB710659522}">
      <dgm:prSet/>
      <dgm:spPr/>
      <dgm:t>
        <a:bodyPr/>
        <a:lstStyle/>
        <a:p>
          <a:endParaRPr lang="en-US"/>
        </a:p>
      </dgm:t>
    </dgm:pt>
    <dgm:pt modelId="{76268268-4589-4C30-9D8C-0EC7F5D1EFE3}">
      <dgm:prSet/>
      <dgm:spPr/>
      <dgm:t>
        <a:bodyPr/>
        <a:lstStyle/>
        <a:p>
          <a:r>
            <a:rPr lang="en-US" b="0"/>
            <a:t>Identity as the new security perimeter</a:t>
          </a:r>
          <a:endParaRPr lang="en-US"/>
        </a:p>
      </dgm:t>
    </dgm:pt>
    <dgm:pt modelId="{EEFF2E9C-E252-423B-A8FD-F22BBBCDB69D}" type="parTrans" cxnId="{76C7E58C-5690-4594-AC7F-2C1880A3CB70}">
      <dgm:prSet/>
      <dgm:spPr/>
      <dgm:t>
        <a:bodyPr/>
        <a:lstStyle/>
        <a:p>
          <a:endParaRPr lang="en-US"/>
        </a:p>
      </dgm:t>
    </dgm:pt>
    <dgm:pt modelId="{2855CBB2-BE8F-4E1E-B212-D9DCFC42AEF6}" type="sibTrans" cxnId="{76C7E58C-5690-4594-AC7F-2C1880A3CB70}">
      <dgm:prSet/>
      <dgm:spPr/>
      <dgm:t>
        <a:bodyPr/>
        <a:lstStyle/>
        <a:p>
          <a:endParaRPr lang="en-US"/>
        </a:p>
      </dgm:t>
    </dgm:pt>
    <dgm:pt modelId="{F8AC79C8-A12C-4AD4-954B-9F674E14062E}">
      <dgm:prSet/>
      <dgm:spPr/>
      <dgm:t>
        <a:bodyPr/>
        <a:lstStyle/>
        <a:p>
          <a:r>
            <a:rPr lang="en-US" b="0"/>
            <a:t>Standardized access patterns</a:t>
          </a:r>
          <a:endParaRPr lang="en-US"/>
        </a:p>
      </dgm:t>
    </dgm:pt>
    <dgm:pt modelId="{CA98E05F-02A4-4254-ADBE-CF592DDDB34D}" type="parTrans" cxnId="{72E51319-C5FA-41C2-B996-96D115F44CA4}">
      <dgm:prSet/>
      <dgm:spPr/>
      <dgm:t>
        <a:bodyPr/>
        <a:lstStyle/>
        <a:p>
          <a:endParaRPr lang="en-US"/>
        </a:p>
      </dgm:t>
    </dgm:pt>
    <dgm:pt modelId="{1B274B72-A845-4425-8DE3-AEB39C40FD0A}" type="sibTrans" cxnId="{72E51319-C5FA-41C2-B996-96D115F44CA4}">
      <dgm:prSet/>
      <dgm:spPr/>
      <dgm:t>
        <a:bodyPr/>
        <a:lstStyle/>
        <a:p>
          <a:endParaRPr lang="en-US"/>
        </a:p>
      </dgm:t>
    </dgm:pt>
    <dgm:pt modelId="{93FC7AAF-C968-4563-BA84-5214A1EEBC2E}" type="pres">
      <dgm:prSet presAssocID="{DCF7CBFF-AA97-4E2F-96CC-0E236C2FB0F2}" presName="linear" presStyleCnt="0">
        <dgm:presLayoutVars>
          <dgm:animLvl val="lvl"/>
          <dgm:resizeHandles val="exact"/>
        </dgm:presLayoutVars>
      </dgm:prSet>
      <dgm:spPr/>
    </dgm:pt>
    <dgm:pt modelId="{B5D29278-626B-4039-835A-81870BB30D5E}" type="pres">
      <dgm:prSet presAssocID="{CE6F6D5A-8F7B-450B-8508-95571729945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20C51F0-CC8B-428C-B4EA-747123C4A25B}" type="pres">
      <dgm:prSet presAssocID="{B99C8802-C1A9-4390-A63A-FC89F6509E68}" presName="spacer" presStyleCnt="0"/>
      <dgm:spPr/>
    </dgm:pt>
    <dgm:pt modelId="{1FF07E0A-B4B8-47B8-8BD7-82D8D4C1AB36}" type="pres">
      <dgm:prSet presAssocID="{CA42CA5B-4C5F-496C-A48C-A3D6898423B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93225E8-9845-4075-9D3E-A964AE65776B}" type="pres">
      <dgm:prSet presAssocID="{741C1F28-5753-4015-B147-37CF5CFAD703}" presName="spacer" presStyleCnt="0"/>
      <dgm:spPr/>
    </dgm:pt>
    <dgm:pt modelId="{65720A75-2FEE-44FD-A31F-01A6D02A6091}" type="pres">
      <dgm:prSet presAssocID="{76268268-4589-4C30-9D8C-0EC7F5D1EFE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4618C45-C967-4360-A779-9C52AA331A9F}" type="pres">
      <dgm:prSet presAssocID="{2855CBB2-BE8F-4E1E-B212-D9DCFC42AEF6}" presName="spacer" presStyleCnt="0"/>
      <dgm:spPr/>
    </dgm:pt>
    <dgm:pt modelId="{90EAB6D3-477F-49D1-8F82-95B26CDE7BCC}" type="pres">
      <dgm:prSet presAssocID="{F8AC79C8-A12C-4AD4-954B-9F674E14062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0834B05-5744-419C-8364-A6C0F9029408}" type="presOf" srcId="{DCF7CBFF-AA97-4E2F-96CC-0E236C2FB0F2}" destId="{93FC7AAF-C968-4563-BA84-5214A1EEBC2E}" srcOrd="0" destOrd="0" presId="urn:microsoft.com/office/officeart/2005/8/layout/vList2"/>
    <dgm:cxn modelId="{96C2D80A-0B0F-4B44-991B-A8D5D9FA9908}" srcId="{DCF7CBFF-AA97-4E2F-96CC-0E236C2FB0F2}" destId="{CE6F6D5A-8F7B-450B-8508-955717299452}" srcOrd="0" destOrd="0" parTransId="{DDA274EB-D277-4B9A-B599-6F72C7196C16}" sibTransId="{B99C8802-C1A9-4390-A63A-FC89F6509E68}"/>
    <dgm:cxn modelId="{72E51319-C5FA-41C2-B996-96D115F44CA4}" srcId="{DCF7CBFF-AA97-4E2F-96CC-0E236C2FB0F2}" destId="{F8AC79C8-A12C-4AD4-954B-9F674E14062E}" srcOrd="3" destOrd="0" parTransId="{CA98E05F-02A4-4254-ADBE-CF592DDDB34D}" sibTransId="{1B274B72-A845-4425-8DE3-AEB39C40FD0A}"/>
    <dgm:cxn modelId="{08C9D125-AE22-4B7A-B574-2CDD6C9D293B}" type="presOf" srcId="{CA42CA5B-4C5F-496C-A48C-A3D6898423BB}" destId="{1FF07E0A-B4B8-47B8-8BD7-82D8D4C1AB36}" srcOrd="0" destOrd="0" presId="urn:microsoft.com/office/officeart/2005/8/layout/vList2"/>
    <dgm:cxn modelId="{5FD4BC38-4499-44B1-80C6-3D695EF3990E}" type="presOf" srcId="{F8AC79C8-A12C-4AD4-954B-9F674E14062E}" destId="{90EAB6D3-477F-49D1-8F82-95B26CDE7BCC}" srcOrd="0" destOrd="0" presId="urn:microsoft.com/office/officeart/2005/8/layout/vList2"/>
    <dgm:cxn modelId="{76C7E58C-5690-4594-AC7F-2C1880A3CB70}" srcId="{DCF7CBFF-AA97-4E2F-96CC-0E236C2FB0F2}" destId="{76268268-4589-4C30-9D8C-0EC7F5D1EFE3}" srcOrd="2" destOrd="0" parTransId="{EEFF2E9C-E252-423B-A8FD-F22BBBCDB69D}" sibTransId="{2855CBB2-BE8F-4E1E-B212-D9DCFC42AEF6}"/>
    <dgm:cxn modelId="{2740298E-D1E4-4EC6-823C-64908C1B6E7E}" type="presOf" srcId="{76268268-4589-4C30-9D8C-0EC7F5D1EFE3}" destId="{65720A75-2FEE-44FD-A31F-01A6D02A6091}" srcOrd="0" destOrd="0" presId="urn:microsoft.com/office/officeart/2005/8/layout/vList2"/>
    <dgm:cxn modelId="{2A4347B4-6590-4DA8-96A8-8DB710659522}" srcId="{DCF7CBFF-AA97-4E2F-96CC-0E236C2FB0F2}" destId="{CA42CA5B-4C5F-496C-A48C-A3D6898423BB}" srcOrd="1" destOrd="0" parTransId="{524805F1-18FC-4190-9B39-7F8BA0AF3FB1}" sibTransId="{741C1F28-5753-4015-B147-37CF5CFAD703}"/>
    <dgm:cxn modelId="{DD8660DE-CBD2-47CF-B40A-3A60192F9401}" type="presOf" srcId="{CE6F6D5A-8F7B-450B-8508-955717299452}" destId="{B5D29278-626B-4039-835A-81870BB30D5E}" srcOrd="0" destOrd="0" presId="urn:microsoft.com/office/officeart/2005/8/layout/vList2"/>
    <dgm:cxn modelId="{09DB1160-20E5-4CD0-A791-8992123AB15B}" type="presParOf" srcId="{93FC7AAF-C968-4563-BA84-5214A1EEBC2E}" destId="{B5D29278-626B-4039-835A-81870BB30D5E}" srcOrd="0" destOrd="0" presId="urn:microsoft.com/office/officeart/2005/8/layout/vList2"/>
    <dgm:cxn modelId="{500214E2-E029-4EF0-A3DE-A73378B725FA}" type="presParOf" srcId="{93FC7AAF-C968-4563-BA84-5214A1EEBC2E}" destId="{C20C51F0-CC8B-428C-B4EA-747123C4A25B}" srcOrd="1" destOrd="0" presId="urn:microsoft.com/office/officeart/2005/8/layout/vList2"/>
    <dgm:cxn modelId="{C7DB2F0B-7F6F-4ADB-83D1-B6014746C6DA}" type="presParOf" srcId="{93FC7AAF-C968-4563-BA84-5214A1EEBC2E}" destId="{1FF07E0A-B4B8-47B8-8BD7-82D8D4C1AB36}" srcOrd="2" destOrd="0" presId="urn:microsoft.com/office/officeart/2005/8/layout/vList2"/>
    <dgm:cxn modelId="{970682CC-881F-45F6-AABC-BFFCA38E71C6}" type="presParOf" srcId="{93FC7AAF-C968-4563-BA84-5214A1EEBC2E}" destId="{493225E8-9845-4075-9D3E-A964AE65776B}" srcOrd="3" destOrd="0" presId="urn:microsoft.com/office/officeart/2005/8/layout/vList2"/>
    <dgm:cxn modelId="{89C21148-0735-43E0-8F22-ABC0D54DE957}" type="presParOf" srcId="{93FC7AAF-C968-4563-BA84-5214A1EEBC2E}" destId="{65720A75-2FEE-44FD-A31F-01A6D02A6091}" srcOrd="4" destOrd="0" presId="urn:microsoft.com/office/officeart/2005/8/layout/vList2"/>
    <dgm:cxn modelId="{1CFD9B42-B82D-41CA-BC41-E6A24F2C679E}" type="presParOf" srcId="{93FC7AAF-C968-4563-BA84-5214A1EEBC2E}" destId="{A4618C45-C967-4360-A779-9C52AA331A9F}" srcOrd="5" destOrd="0" presId="urn:microsoft.com/office/officeart/2005/8/layout/vList2"/>
    <dgm:cxn modelId="{308371D8-86B1-40E1-A440-568D42054830}" type="presParOf" srcId="{93FC7AAF-C968-4563-BA84-5214A1EEBC2E}" destId="{90EAB6D3-477F-49D1-8F82-95B26CDE7BC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E7A321-05C3-4DBC-95A1-BC97FABDF9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83BEC60-EA76-4205-BAE0-3DAAF951FFE7}">
      <dgm:prSet/>
      <dgm:spPr/>
      <dgm:t>
        <a:bodyPr/>
        <a:lstStyle/>
        <a:p>
          <a:r>
            <a:rPr lang="en-US" b="0"/>
            <a:t>Department-based groups</a:t>
          </a:r>
          <a:endParaRPr lang="en-US"/>
        </a:p>
      </dgm:t>
    </dgm:pt>
    <dgm:pt modelId="{608366A6-C3B3-4FCA-B4A8-0D988ABF2EF2}" type="parTrans" cxnId="{9FBA2D62-55EA-4485-AB36-1647F53F6B5B}">
      <dgm:prSet/>
      <dgm:spPr/>
      <dgm:t>
        <a:bodyPr/>
        <a:lstStyle/>
        <a:p>
          <a:endParaRPr lang="en-US"/>
        </a:p>
      </dgm:t>
    </dgm:pt>
    <dgm:pt modelId="{9F71C131-EE31-444B-BCB9-52B300B3D28E}" type="sibTrans" cxnId="{9FBA2D62-55EA-4485-AB36-1647F53F6B5B}">
      <dgm:prSet/>
      <dgm:spPr/>
      <dgm:t>
        <a:bodyPr/>
        <a:lstStyle/>
        <a:p>
          <a:endParaRPr lang="en-US"/>
        </a:p>
      </dgm:t>
    </dgm:pt>
    <dgm:pt modelId="{F6C1159F-4ACD-4E02-A495-B7467F3F8CD9}">
      <dgm:prSet/>
      <dgm:spPr/>
      <dgm:t>
        <a:bodyPr/>
        <a:lstStyle/>
        <a:p>
          <a:r>
            <a:rPr lang="en-US" b="0"/>
            <a:t>Region-based groups</a:t>
          </a:r>
          <a:endParaRPr lang="en-US"/>
        </a:p>
      </dgm:t>
    </dgm:pt>
    <dgm:pt modelId="{A29D3116-ED47-47E3-9277-4DA510C3BF83}" type="parTrans" cxnId="{F8AD7178-C0AD-4AD1-B3D1-74396F6D1B0E}">
      <dgm:prSet/>
      <dgm:spPr/>
      <dgm:t>
        <a:bodyPr/>
        <a:lstStyle/>
        <a:p>
          <a:endParaRPr lang="en-US"/>
        </a:p>
      </dgm:t>
    </dgm:pt>
    <dgm:pt modelId="{6FBF101E-E477-4F2C-8DF4-0401C0C35718}" type="sibTrans" cxnId="{F8AD7178-C0AD-4AD1-B3D1-74396F6D1B0E}">
      <dgm:prSet/>
      <dgm:spPr/>
      <dgm:t>
        <a:bodyPr/>
        <a:lstStyle/>
        <a:p>
          <a:endParaRPr lang="en-US"/>
        </a:p>
      </dgm:t>
    </dgm:pt>
    <dgm:pt modelId="{F36A6B36-4B8D-493C-A869-894C337FD629}">
      <dgm:prSet/>
      <dgm:spPr/>
      <dgm:t>
        <a:bodyPr/>
        <a:lstStyle/>
        <a:p>
          <a:r>
            <a:rPr lang="en-US" b="0"/>
            <a:t>Admin-tier groups</a:t>
          </a:r>
          <a:endParaRPr lang="en-US"/>
        </a:p>
      </dgm:t>
    </dgm:pt>
    <dgm:pt modelId="{7981A1C1-9335-4FE1-84E6-BA82CA1F3A30}" type="parTrans" cxnId="{27108A44-9C4E-402C-9E19-51E4C60DF5D3}">
      <dgm:prSet/>
      <dgm:spPr/>
      <dgm:t>
        <a:bodyPr/>
        <a:lstStyle/>
        <a:p>
          <a:endParaRPr lang="en-US"/>
        </a:p>
      </dgm:t>
    </dgm:pt>
    <dgm:pt modelId="{D0852A80-C053-4559-A08B-F5EA74009468}" type="sibTrans" cxnId="{27108A44-9C4E-402C-9E19-51E4C60DF5D3}">
      <dgm:prSet/>
      <dgm:spPr/>
      <dgm:t>
        <a:bodyPr/>
        <a:lstStyle/>
        <a:p>
          <a:endParaRPr lang="en-US"/>
        </a:p>
      </dgm:t>
    </dgm:pt>
    <dgm:pt modelId="{9FB6B49C-5664-400E-84D0-9AC7F7FDC778}">
      <dgm:prSet/>
      <dgm:spPr/>
      <dgm:t>
        <a:bodyPr/>
        <a:lstStyle/>
        <a:p>
          <a:r>
            <a:rPr lang="en-US" b="0"/>
            <a:t>Group-based access provisioning</a:t>
          </a:r>
          <a:endParaRPr lang="en-US"/>
        </a:p>
      </dgm:t>
    </dgm:pt>
    <dgm:pt modelId="{8C1CC928-9D2A-4C5A-A50A-0C436BCFCDF8}" type="parTrans" cxnId="{DC005607-725E-4F12-AD54-C13E8E3AAC23}">
      <dgm:prSet/>
      <dgm:spPr/>
      <dgm:t>
        <a:bodyPr/>
        <a:lstStyle/>
        <a:p>
          <a:endParaRPr lang="en-US"/>
        </a:p>
      </dgm:t>
    </dgm:pt>
    <dgm:pt modelId="{7244E685-3780-418A-8CF2-499B7B2D5F35}" type="sibTrans" cxnId="{DC005607-725E-4F12-AD54-C13E8E3AAC23}">
      <dgm:prSet/>
      <dgm:spPr/>
      <dgm:t>
        <a:bodyPr/>
        <a:lstStyle/>
        <a:p>
          <a:endParaRPr lang="en-US"/>
        </a:p>
      </dgm:t>
    </dgm:pt>
    <dgm:pt modelId="{25D13A99-7F5D-407A-AA78-FD9478D329F9}" type="pres">
      <dgm:prSet presAssocID="{2DE7A321-05C3-4DBC-95A1-BC97FABDF955}" presName="linear" presStyleCnt="0">
        <dgm:presLayoutVars>
          <dgm:animLvl val="lvl"/>
          <dgm:resizeHandles val="exact"/>
        </dgm:presLayoutVars>
      </dgm:prSet>
      <dgm:spPr/>
    </dgm:pt>
    <dgm:pt modelId="{F8B6DC18-F3AF-4864-B691-6CEFEC578FB0}" type="pres">
      <dgm:prSet presAssocID="{683BEC60-EA76-4205-BAE0-3DAAF951FFE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12DFF6A-EBDD-4C47-A691-1D3E0EAE78E2}" type="pres">
      <dgm:prSet presAssocID="{9F71C131-EE31-444B-BCB9-52B300B3D28E}" presName="spacer" presStyleCnt="0"/>
      <dgm:spPr/>
    </dgm:pt>
    <dgm:pt modelId="{5FD5241E-5842-4357-8E9F-6C14A5AF02DC}" type="pres">
      <dgm:prSet presAssocID="{F6C1159F-4ACD-4E02-A495-B7467F3F8C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B346DF0-556D-45A5-B449-81F129375086}" type="pres">
      <dgm:prSet presAssocID="{6FBF101E-E477-4F2C-8DF4-0401C0C35718}" presName="spacer" presStyleCnt="0"/>
      <dgm:spPr/>
    </dgm:pt>
    <dgm:pt modelId="{FF26BB19-0FF9-4661-82C3-5E55E08C8B40}" type="pres">
      <dgm:prSet presAssocID="{F36A6B36-4B8D-493C-A869-894C337FD62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F274464-BB41-442A-9EEF-3387CA1F6915}" type="pres">
      <dgm:prSet presAssocID="{D0852A80-C053-4559-A08B-F5EA74009468}" presName="spacer" presStyleCnt="0"/>
      <dgm:spPr/>
    </dgm:pt>
    <dgm:pt modelId="{7372400B-9678-416F-A222-50CB9E6290ED}" type="pres">
      <dgm:prSet presAssocID="{9FB6B49C-5664-400E-84D0-9AC7F7FDC77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C005607-725E-4F12-AD54-C13E8E3AAC23}" srcId="{2DE7A321-05C3-4DBC-95A1-BC97FABDF955}" destId="{9FB6B49C-5664-400E-84D0-9AC7F7FDC778}" srcOrd="3" destOrd="0" parTransId="{8C1CC928-9D2A-4C5A-A50A-0C436BCFCDF8}" sibTransId="{7244E685-3780-418A-8CF2-499B7B2D5F35}"/>
    <dgm:cxn modelId="{203FAF2D-04E8-469E-A16F-5D4B3EF291AE}" type="presOf" srcId="{F36A6B36-4B8D-493C-A869-894C337FD629}" destId="{FF26BB19-0FF9-4661-82C3-5E55E08C8B40}" srcOrd="0" destOrd="0" presId="urn:microsoft.com/office/officeart/2005/8/layout/vList2"/>
    <dgm:cxn modelId="{9FBA2D62-55EA-4485-AB36-1647F53F6B5B}" srcId="{2DE7A321-05C3-4DBC-95A1-BC97FABDF955}" destId="{683BEC60-EA76-4205-BAE0-3DAAF951FFE7}" srcOrd="0" destOrd="0" parTransId="{608366A6-C3B3-4FCA-B4A8-0D988ABF2EF2}" sibTransId="{9F71C131-EE31-444B-BCB9-52B300B3D28E}"/>
    <dgm:cxn modelId="{27108A44-9C4E-402C-9E19-51E4C60DF5D3}" srcId="{2DE7A321-05C3-4DBC-95A1-BC97FABDF955}" destId="{F36A6B36-4B8D-493C-A869-894C337FD629}" srcOrd="2" destOrd="0" parTransId="{7981A1C1-9335-4FE1-84E6-BA82CA1F3A30}" sibTransId="{D0852A80-C053-4559-A08B-F5EA74009468}"/>
    <dgm:cxn modelId="{F8AD7178-C0AD-4AD1-B3D1-74396F6D1B0E}" srcId="{2DE7A321-05C3-4DBC-95A1-BC97FABDF955}" destId="{F6C1159F-4ACD-4E02-A495-B7467F3F8CD9}" srcOrd="1" destOrd="0" parTransId="{A29D3116-ED47-47E3-9277-4DA510C3BF83}" sibTransId="{6FBF101E-E477-4F2C-8DF4-0401C0C35718}"/>
    <dgm:cxn modelId="{6621ED87-C29C-4091-9734-A7C50064C0B2}" type="presOf" srcId="{9FB6B49C-5664-400E-84D0-9AC7F7FDC778}" destId="{7372400B-9678-416F-A222-50CB9E6290ED}" srcOrd="0" destOrd="0" presId="urn:microsoft.com/office/officeart/2005/8/layout/vList2"/>
    <dgm:cxn modelId="{9941FBBA-239C-4863-90E4-BAB713E04711}" type="presOf" srcId="{683BEC60-EA76-4205-BAE0-3DAAF951FFE7}" destId="{F8B6DC18-F3AF-4864-B691-6CEFEC578FB0}" srcOrd="0" destOrd="0" presId="urn:microsoft.com/office/officeart/2005/8/layout/vList2"/>
    <dgm:cxn modelId="{7A13AEEC-3F49-48EF-A611-BC947D5B51C9}" type="presOf" srcId="{2DE7A321-05C3-4DBC-95A1-BC97FABDF955}" destId="{25D13A99-7F5D-407A-AA78-FD9478D329F9}" srcOrd="0" destOrd="0" presId="urn:microsoft.com/office/officeart/2005/8/layout/vList2"/>
    <dgm:cxn modelId="{C95C2DFE-D03C-4E96-9618-BAF3A4B1DC0F}" type="presOf" srcId="{F6C1159F-4ACD-4E02-A495-B7467F3F8CD9}" destId="{5FD5241E-5842-4357-8E9F-6C14A5AF02DC}" srcOrd="0" destOrd="0" presId="urn:microsoft.com/office/officeart/2005/8/layout/vList2"/>
    <dgm:cxn modelId="{8AAD1270-785D-4EE3-839F-CF005E7EA02E}" type="presParOf" srcId="{25D13A99-7F5D-407A-AA78-FD9478D329F9}" destId="{F8B6DC18-F3AF-4864-B691-6CEFEC578FB0}" srcOrd="0" destOrd="0" presId="urn:microsoft.com/office/officeart/2005/8/layout/vList2"/>
    <dgm:cxn modelId="{0BB2B642-D763-425C-8ECE-86F7DC986A15}" type="presParOf" srcId="{25D13A99-7F5D-407A-AA78-FD9478D329F9}" destId="{012DFF6A-EBDD-4C47-A691-1D3E0EAE78E2}" srcOrd="1" destOrd="0" presId="urn:microsoft.com/office/officeart/2005/8/layout/vList2"/>
    <dgm:cxn modelId="{2B167504-2CBF-4411-8F7F-0E96450ADEC9}" type="presParOf" srcId="{25D13A99-7F5D-407A-AA78-FD9478D329F9}" destId="{5FD5241E-5842-4357-8E9F-6C14A5AF02DC}" srcOrd="2" destOrd="0" presId="urn:microsoft.com/office/officeart/2005/8/layout/vList2"/>
    <dgm:cxn modelId="{B0C3A3B1-EB68-405B-A0FC-2A1CBFE89C8B}" type="presParOf" srcId="{25D13A99-7F5D-407A-AA78-FD9478D329F9}" destId="{4B346DF0-556D-45A5-B449-81F129375086}" srcOrd="3" destOrd="0" presId="urn:microsoft.com/office/officeart/2005/8/layout/vList2"/>
    <dgm:cxn modelId="{891CFD2D-F65A-4358-95EF-6594D9A2869A}" type="presParOf" srcId="{25D13A99-7F5D-407A-AA78-FD9478D329F9}" destId="{FF26BB19-0FF9-4661-82C3-5E55E08C8B40}" srcOrd="4" destOrd="0" presId="urn:microsoft.com/office/officeart/2005/8/layout/vList2"/>
    <dgm:cxn modelId="{CB95F5AD-BA9D-4F09-85C4-A37D7CCDCBEB}" type="presParOf" srcId="{25D13A99-7F5D-407A-AA78-FD9478D329F9}" destId="{0F274464-BB41-442A-9EEF-3387CA1F6915}" srcOrd="5" destOrd="0" presId="urn:microsoft.com/office/officeart/2005/8/layout/vList2"/>
    <dgm:cxn modelId="{ED877408-5D09-437A-938B-32B91D280126}" type="presParOf" srcId="{25D13A99-7F5D-407A-AA78-FD9478D329F9}" destId="{7372400B-9678-416F-A222-50CB9E6290E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4A93365-D742-410A-B312-872FD1BA641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FE6AC2-5513-4384-B5B7-6BA62E426778}">
      <dgm:prSet/>
      <dgm:spPr/>
      <dgm:t>
        <a:bodyPr/>
        <a:lstStyle/>
        <a:p>
          <a:r>
            <a:rPr lang="en-US" b="0"/>
            <a:t>Least privilege enforcement</a:t>
          </a:r>
          <a:endParaRPr lang="en-US"/>
        </a:p>
      </dgm:t>
    </dgm:pt>
    <dgm:pt modelId="{88BF2A48-C7C4-406B-9828-058CCDA3E33A}" type="parTrans" cxnId="{1F6E8C1D-3279-4E5A-AC42-CAC6B4FE680F}">
      <dgm:prSet/>
      <dgm:spPr/>
      <dgm:t>
        <a:bodyPr/>
        <a:lstStyle/>
        <a:p>
          <a:endParaRPr lang="en-US"/>
        </a:p>
      </dgm:t>
    </dgm:pt>
    <dgm:pt modelId="{C7F3BA0A-4632-45C5-AD0B-B6D0291660A8}" type="sibTrans" cxnId="{1F6E8C1D-3279-4E5A-AC42-CAC6B4FE680F}">
      <dgm:prSet/>
      <dgm:spPr/>
      <dgm:t>
        <a:bodyPr/>
        <a:lstStyle/>
        <a:p>
          <a:endParaRPr lang="en-US"/>
        </a:p>
      </dgm:t>
    </dgm:pt>
    <dgm:pt modelId="{C267F72C-0A70-4F55-83F3-B053DB15AC95}">
      <dgm:prSet/>
      <dgm:spPr/>
      <dgm:t>
        <a:bodyPr/>
        <a:lstStyle/>
        <a:p>
          <a:r>
            <a:rPr lang="en-US" b="0"/>
            <a:t>Roles assigned to groups, not individuals</a:t>
          </a:r>
          <a:endParaRPr lang="en-US"/>
        </a:p>
      </dgm:t>
    </dgm:pt>
    <dgm:pt modelId="{9494F029-F1B0-4E8E-86C0-C9BD159B43F5}" type="parTrans" cxnId="{0C5ABF6D-B832-4CBE-B834-4342BAFFBF14}">
      <dgm:prSet/>
      <dgm:spPr/>
      <dgm:t>
        <a:bodyPr/>
        <a:lstStyle/>
        <a:p>
          <a:endParaRPr lang="en-US"/>
        </a:p>
      </dgm:t>
    </dgm:pt>
    <dgm:pt modelId="{67A82105-E8E8-455F-B203-857EEFC78360}" type="sibTrans" cxnId="{0C5ABF6D-B832-4CBE-B834-4342BAFFBF14}">
      <dgm:prSet/>
      <dgm:spPr/>
      <dgm:t>
        <a:bodyPr/>
        <a:lstStyle/>
        <a:p>
          <a:endParaRPr lang="en-US"/>
        </a:p>
      </dgm:t>
    </dgm:pt>
    <dgm:pt modelId="{3756423A-C0CF-4FD1-AE85-A71B87B61A73}">
      <dgm:prSet/>
      <dgm:spPr/>
      <dgm:t>
        <a:bodyPr/>
        <a:lstStyle/>
        <a:p>
          <a:r>
            <a:rPr lang="en-US" b="0"/>
            <a:t>Fraud → Fraud systems</a:t>
          </a:r>
          <a:endParaRPr lang="en-US"/>
        </a:p>
      </dgm:t>
    </dgm:pt>
    <dgm:pt modelId="{81E6FF59-E798-4D97-B661-F3B94BEA510B}" type="parTrans" cxnId="{9A15CC1B-A12D-402A-AE9D-93DC8891EECB}">
      <dgm:prSet/>
      <dgm:spPr/>
      <dgm:t>
        <a:bodyPr/>
        <a:lstStyle/>
        <a:p>
          <a:endParaRPr lang="en-US"/>
        </a:p>
      </dgm:t>
    </dgm:pt>
    <dgm:pt modelId="{96131000-EBB6-4B5B-B4ED-B3A7998E8C66}" type="sibTrans" cxnId="{9A15CC1B-A12D-402A-AE9D-93DC8891EECB}">
      <dgm:prSet/>
      <dgm:spPr/>
      <dgm:t>
        <a:bodyPr/>
        <a:lstStyle/>
        <a:p>
          <a:endParaRPr lang="en-US"/>
        </a:p>
      </dgm:t>
    </dgm:pt>
    <dgm:pt modelId="{F9A87905-03F6-499D-B27C-A7C42EDF46F3}">
      <dgm:prSet/>
      <dgm:spPr/>
      <dgm:t>
        <a:bodyPr/>
        <a:lstStyle/>
        <a:p>
          <a:r>
            <a:rPr lang="en-US" b="0"/>
            <a:t>Support → CRM only</a:t>
          </a:r>
          <a:endParaRPr lang="en-US"/>
        </a:p>
      </dgm:t>
    </dgm:pt>
    <dgm:pt modelId="{CFBA0B83-F9FA-455D-8BBB-CC4728F3FF88}" type="parTrans" cxnId="{4D6912AE-188D-4BE9-92BD-D749EEC9A5E0}">
      <dgm:prSet/>
      <dgm:spPr/>
      <dgm:t>
        <a:bodyPr/>
        <a:lstStyle/>
        <a:p>
          <a:endParaRPr lang="en-US"/>
        </a:p>
      </dgm:t>
    </dgm:pt>
    <dgm:pt modelId="{E7922C5F-74AB-452F-9303-3D5545FE1648}" type="sibTrans" cxnId="{4D6912AE-188D-4BE9-92BD-D749EEC9A5E0}">
      <dgm:prSet/>
      <dgm:spPr/>
      <dgm:t>
        <a:bodyPr/>
        <a:lstStyle/>
        <a:p>
          <a:endParaRPr lang="en-US"/>
        </a:p>
      </dgm:t>
    </dgm:pt>
    <dgm:pt modelId="{50958733-8859-4C19-8AA9-99766E74076B}">
      <dgm:prSet/>
      <dgm:spPr/>
      <dgm:t>
        <a:bodyPr/>
        <a:lstStyle/>
        <a:p>
          <a:r>
            <a:rPr lang="en-US" b="0"/>
            <a:t>Compliance → Compliance systems</a:t>
          </a:r>
          <a:endParaRPr lang="en-US"/>
        </a:p>
      </dgm:t>
    </dgm:pt>
    <dgm:pt modelId="{BC51C534-B55D-4DFE-A616-FC405F4CCC91}" type="parTrans" cxnId="{1EED1A88-D51D-4C75-A908-DBFE6452FA70}">
      <dgm:prSet/>
      <dgm:spPr/>
      <dgm:t>
        <a:bodyPr/>
        <a:lstStyle/>
        <a:p>
          <a:endParaRPr lang="en-US"/>
        </a:p>
      </dgm:t>
    </dgm:pt>
    <dgm:pt modelId="{702942D9-E21A-4CC3-A59A-683267E95768}" type="sibTrans" cxnId="{1EED1A88-D51D-4C75-A908-DBFE6452FA70}">
      <dgm:prSet/>
      <dgm:spPr/>
      <dgm:t>
        <a:bodyPr/>
        <a:lstStyle/>
        <a:p>
          <a:endParaRPr lang="en-US"/>
        </a:p>
      </dgm:t>
    </dgm:pt>
    <dgm:pt modelId="{3949E843-607D-4E43-9717-D1E816BE1960}" type="pres">
      <dgm:prSet presAssocID="{64A93365-D742-410A-B312-872FD1BA641F}" presName="linear" presStyleCnt="0">
        <dgm:presLayoutVars>
          <dgm:animLvl val="lvl"/>
          <dgm:resizeHandles val="exact"/>
        </dgm:presLayoutVars>
      </dgm:prSet>
      <dgm:spPr/>
    </dgm:pt>
    <dgm:pt modelId="{4A142CB4-4006-454F-8316-211EF05FA6E9}" type="pres">
      <dgm:prSet presAssocID="{F5FE6AC2-5513-4384-B5B7-6BA62E42677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779B7EA-35FC-4C88-8F02-B4DB410F7125}" type="pres">
      <dgm:prSet presAssocID="{C7F3BA0A-4632-45C5-AD0B-B6D0291660A8}" presName="spacer" presStyleCnt="0"/>
      <dgm:spPr/>
    </dgm:pt>
    <dgm:pt modelId="{B4736BA6-9355-4D67-A7A8-F527E2196E84}" type="pres">
      <dgm:prSet presAssocID="{C267F72C-0A70-4F55-83F3-B053DB15AC9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508804B-13E7-4B93-BC15-EFFC4A5F8786}" type="pres">
      <dgm:prSet presAssocID="{67A82105-E8E8-455F-B203-857EEFC78360}" presName="spacer" presStyleCnt="0"/>
      <dgm:spPr/>
    </dgm:pt>
    <dgm:pt modelId="{D7DDCB78-15D2-4A76-9BD9-4EB32E87D51A}" type="pres">
      <dgm:prSet presAssocID="{3756423A-C0CF-4FD1-AE85-A71B87B61A7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C49F51D-FBF8-4826-B038-806CE7066DD7}" type="pres">
      <dgm:prSet presAssocID="{96131000-EBB6-4B5B-B4ED-B3A7998E8C66}" presName="spacer" presStyleCnt="0"/>
      <dgm:spPr/>
    </dgm:pt>
    <dgm:pt modelId="{F257FB86-2EB8-4C00-9ED6-430CE2FEB09A}" type="pres">
      <dgm:prSet presAssocID="{F9A87905-03F6-499D-B27C-A7C42EDF46F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D2EC3FD-3780-4E55-835F-E43E3D19CCD8}" type="pres">
      <dgm:prSet presAssocID="{E7922C5F-74AB-452F-9303-3D5545FE1648}" presName="spacer" presStyleCnt="0"/>
      <dgm:spPr/>
    </dgm:pt>
    <dgm:pt modelId="{D12F5AC8-2325-45D2-A7CA-FDFA303B2C3A}" type="pres">
      <dgm:prSet presAssocID="{50958733-8859-4C19-8AA9-99766E74076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A15CC1B-A12D-402A-AE9D-93DC8891EECB}" srcId="{64A93365-D742-410A-B312-872FD1BA641F}" destId="{3756423A-C0CF-4FD1-AE85-A71B87B61A73}" srcOrd="2" destOrd="0" parTransId="{81E6FF59-E798-4D97-B661-F3B94BEA510B}" sibTransId="{96131000-EBB6-4B5B-B4ED-B3A7998E8C66}"/>
    <dgm:cxn modelId="{1F6E8C1D-3279-4E5A-AC42-CAC6B4FE680F}" srcId="{64A93365-D742-410A-B312-872FD1BA641F}" destId="{F5FE6AC2-5513-4384-B5B7-6BA62E426778}" srcOrd="0" destOrd="0" parTransId="{88BF2A48-C7C4-406B-9828-058CCDA3E33A}" sibTransId="{C7F3BA0A-4632-45C5-AD0B-B6D0291660A8}"/>
    <dgm:cxn modelId="{D058CD27-EDA6-44E9-9C94-BAE6CA5A5745}" type="presOf" srcId="{50958733-8859-4C19-8AA9-99766E74076B}" destId="{D12F5AC8-2325-45D2-A7CA-FDFA303B2C3A}" srcOrd="0" destOrd="0" presId="urn:microsoft.com/office/officeart/2005/8/layout/vList2"/>
    <dgm:cxn modelId="{E4D0FE27-A15A-4ED6-9C2C-229B7934E56E}" type="presOf" srcId="{3756423A-C0CF-4FD1-AE85-A71B87B61A73}" destId="{D7DDCB78-15D2-4A76-9BD9-4EB32E87D51A}" srcOrd="0" destOrd="0" presId="urn:microsoft.com/office/officeart/2005/8/layout/vList2"/>
    <dgm:cxn modelId="{0C5ABF6D-B832-4CBE-B834-4342BAFFBF14}" srcId="{64A93365-D742-410A-B312-872FD1BA641F}" destId="{C267F72C-0A70-4F55-83F3-B053DB15AC95}" srcOrd="1" destOrd="0" parTransId="{9494F029-F1B0-4E8E-86C0-C9BD159B43F5}" sibTransId="{67A82105-E8E8-455F-B203-857EEFC78360}"/>
    <dgm:cxn modelId="{2DB55F83-9C45-4700-810D-997A32029AFB}" type="presOf" srcId="{64A93365-D742-410A-B312-872FD1BA641F}" destId="{3949E843-607D-4E43-9717-D1E816BE1960}" srcOrd="0" destOrd="0" presId="urn:microsoft.com/office/officeart/2005/8/layout/vList2"/>
    <dgm:cxn modelId="{1EED1A88-D51D-4C75-A908-DBFE6452FA70}" srcId="{64A93365-D742-410A-B312-872FD1BA641F}" destId="{50958733-8859-4C19-8AA9-99766E74076B}" srcOrd="4" destOrd="0" parTransId="{BC51C534-B55D-4DFE-A616-FC405F4CCC91}" sibTransId="{702942D9-E21A-4CC3-A59A-683267E95768}"/>
    <dgm:cxn modelId="{9DD31F8A-9D71-4EC6-8449-C0EE8AD4026A}" type="presOf" srcId="{F9A87905-03F6-499D-B27C-A7C42EDF46F3}" destId="{F257FB86-2EB8-4C00-9ED6-430CE2FEB09A}" srcOrd="0" destOrd="0" presId="urn:microsoft.com/office/officeart/2005/8/layout/vList2"/>
    <dgm:cxn modelId="{4D6912AE-188D-4BE9-92BD-D749EEC9A5E0}" srcId="{64A93365-D742-410A-B312-872FD1BA641F}" destId="{F9A87905-03F6-499D-B27C-A7C42EDF46F3}" srcOrd="3" destOrd="0" parTransId="{CFBA0B83-F9FA-455D-8BBB-CC4728F3FF88}" sibTransId="{E7922C5F-74AB-452F-9303-3D5545FE1648}"/>
    <dgm:cxn modelId="{EF4A39C2-CA29-492E-AF72-EA629347E329}" type="presOf" srcId="{C267F72C-0A70-4F55-83F3-B053DB15AC95}" destId="{B4736BA6-9355-4D67-A7A8-F527E2196E84}" srcOrd="0" destOrd="0" presId="urn:microsoft.com/office/officeart/2005/8/layout/vList2"/>
    <dgm:cxn modelId="{859DDBCD-09A0-4280-BD3B-E4CBDD3C823E}" type="presOf" srcId="{F5FE6AC2-5513-4384-B5B7-6BA62E426778}" destId="{4A142CB4-4006-454F-8316-211EF05FA6E9}" srcOrd="0" destOrd="0" presId="urn:microsoft.com/office/officeart/2005/8/layout/vList2"/>
    <dgm:cxn modelId="{658326B1-6952-4B35-AEAD-1FB588BBE8B2}" type="presParOf" srcId="{3949E843-607D-4E43-9717-D1E816BE1960}" destId="{4A142CB4-4006-454F-8316-211EF05FA6E9}" srcOrd="0" destOrd="0" presId="urn:microsoft.com/office/officeart/2005/8/layout/vList2"/>
    <dgm:cxn modelId="{E14F7801-6186-4B9D-963B-0EE13EAE1B86}" type="presParOf" srcId="{3949E843-607D-4E43-9717-D1E816BE1960}" destId="{A779B7EA-35FC-4C88-8F02-B4DB410F7125}" srcOrd="1" destOrd="0" presId="urn:microsoft.com/office/officeart/2005/8/layout/vList2"/>
    <dgm:cxn modelId="{78A0F944-4AF1-4584-9675-7512864285B4}" type="presParOf" srcId="{3949E843-607D-4E43-9717-D1E816BE1960}" destId="{B4736BA6-9355-4D67-A7A8-F527E2196E84}" srcOrd="2" destOrd="0" presId="urn:microsoft.com/office/officeart/2005/8/layout/vList2"/>
    <dgm:cxn modelId="{B052F60B-FD29-4943-BD34-3C2DDBFFFA10}" type="presParOf" srcId="{3949E843-607D-4E43-9717-D1E816BE1960}" destId="{3508804B-13E7-4B93-BC15-EFFC4A5F8786}" srcOrd="3" destOrd="0" presId="urn:microsoft.com/office/officeart/2005/8/layout/vList2"/>
    <dgm:cxn modelId="{09175AAF-DAAC-4B88-9099-E59734C31F0D}" type="presParOf" srcId="{3949E843-607D-4E43-9717-D1E816BE1960}" destId="{D7DDCB78-15D2-4A76-9BD9-4EB32E87D51A}" srcOrd="4" destOrd="0" presId="urn:microsoft.com/office/officeart/2005/8/layout/vList2"/>
    <dgm:cxn modelId="{117FEBAF-EB76-409D-A8F0-DC4A41E16402}" type="presParOf" srcId="{3949E843-607D-4E43-9717-D1E816BE1960}" destId="{2C49F51D-FBF8-4826-B038-806CE7066DD7}" srcOrd="5" destOrd="0" presId="urn:microsoft.com/office/officeart/2005/8/layout/vList2"/>
    <dgm:cxn modelId="{8F6C3F91-94B1-4988-96A0-F4091A76847E}" type="presParOf" srcId="{3949E843-607D-4E43-9717-D1E816BE1960}" destId="{F257FB86-2EB8-4C00-9ED6-430CE2FEB09A}" srcOrd="6" destOrd="0" presId="urn:microsoft.com/office/officeart/2005/8/layout/vList2"/>
    <dgm:cxn modelId="{3AA1BE95-0DBE-4476-A613-74AE5097201B}" type="presParOf" srcId="{3949E843-607D-4E43-9717-D1E816BE1960}" destId="{1D2EC3FD-3780-4E55-835F-E43E3D19CCD8}" srcOrd="7" destOrd="0" presId="urn:microsoft.com/office/officeart/2005/8/layout/vList2"/>
    <dgm:cxn modelId="{FD7B1C21-7FB5-497E-80EA-1ED7CA6CB930}" type="presParOf" srcId="{3949E843-607D-4E43-9717-D1E816BE1960}" destId="{D12F5AC8-2325-45D2-A7CA-FDFA303B2C3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CB2CE59-9DBB-4597-8D82-320571D8A8A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81AA8D4-11A9-4B33-BA04-2B2932DEE04D}">
      <dgm:prSet/>
      <dgm:spPr/>
      <dgm:t>
        <a:bodyPr/>
        <a:lstStyle/>
        <a:p>
          <a:r>
            <a:rPr lang="en-US" b="0"/>
            <a:t>Verify explicitly (MFA, risk-based access)</a:t>
          </a:r>
          <a:endParaRPr lang="en-US"/>
        </a:p>
      </dgm:t>
    </dgm:pt>
    <dgm:pt modelId="{986087B6-1BF2-48D6-81D0-4DB35756CA92}" type="parTrans" cxnId="{45DAAB51-4A9D-46D7-9D62-A8EF165145AE}">
      <dgm:prSet/>
      <dgm:spPr/>
      <dgm:t>
        <a:bodyPr/>
        <a:lstStyle/>
        <a:p>
          <a:endParaRPr lang="en-US"/>
        </a:p>
      </dgm:t>
    </dgm:pt>
    <dgm:pt modelId="{C6721AE1-B2EE-4E44-BBB5-C9607333A426}" type="sibTrans" cxnId="{45DAAB51-4A9D-46D7-9D62-A8EF165145AE}">
      <dgm:prSet/>
      <dgm:spPr/>
      <dgm:t>
        <a:bodyPr/>
        <a:lstStyle/>
        <a:p>
          <a:endParaRPr lang="en-US"/>
        </a:p>
      </dgm:t>
    </dgm:pt>
    <dgm:pt modelId="{418C6E4F-0539-4858-9A73-A1C909ADFC83}">
      <dgm:prSet/>
      <dgm:spPr/>
      <dgm:t>
        <a:bodyPr/>
        <a:lstStyle/>
        <a:p>
          <a:r>
            <a:rPr lang="en-US" b="0" dirty="0"/>
            <a:t>Enforce least privilege</a:t>
          </a:r>
          <a:endParaRPr lang="en-US" dirty="0"/>
        </a:p>
      </dgm:t>
    </dgm:pt>
    <dgm:pt modelId="{20FDE978-B511-4701-8145-B5BFDAD16593}" type="parTrans" cxnId="{A4B1E75D-64FE-460D-B739-403911E3805F}">
      <dgm:prSet/>
      <dgm:spPr/>
      <dgm:t>
        <a:bodyPr/>
        <a:lstStyle/>
        <a:p>
          <a:endParaRPr lang="en-US"/>
        </a:p>
      </dgm:t>
    </dgm:pt>
    <dgm:pt modelId="{79B917A5-5D78-476C-BE40-32ED4D6C88AD}" type="sibTrans" cxnId="{A4B1E75D-64FE-460D-B739-403911E3805F}">
      <dgm:prSet/>
      <dgm:spPr/>
      <dgm:t>
        <a:bodyPr/>
        <a:lstStyle/>
        <a:p>
          <a:endParaRPr lang="en-US"/>
        </a:p>
      </dgm:t>
    </dgm:pt>
    <dgm:pt modelId="{2612633B-6B70-41EF-BB66-8E9DC42CA157}">
      <dgm:prSet/>
      <dgm:spPr/>
      <dgm:t>
        <a:bodyPr/>
        <a:lstStyle/>
        <a:p>
          <a:r>
            <a:rPr lang="en-US" b="0"/>
            <a:t>Assume breach</a:t>
          </a:r>
          <a:endParaRPr lang="en-US"/>
        </a:p>
      </dgm:t>
    </dgm:pt>
    <dgm:pt modelId="{9CF06340-CFB0-445D-8708-9D3D30BE11F4}" type="parTrans" cxnId="{D08ADC10-2DA1-481D-841C-AE4A7855930B}">
      <dgm:prSet/>
      <dgm:spPr/>
      <dgm:t>
        <a:bodyPr/>
        <a:lstStyle/>
        <a:p>
          <a:endParaRPr lang="en-US"/>
        </a:p>
      </dgm:t>
    </dgm:pt>
    <dgm:pt modelId="{801B3AC5-A732-4899-87FF-31E502673944}" type="sibTrans" cxnId="{D08ADC10-2DA1-481D-841C-AE4A7855930B}">
      <dgm:prSet/>
      <dgm:spPr/>
      <dgm:t>
        <a:bodyPr/>
        <a:lstStyle/>
        <a:p>
          <a:endParaRPr lang="en-US"/>
        </a:p>
      </dgm:t>
    </dgm:pt>
    <dgm:pt modelId="{F5A89BA8-E0F1-465A-8A3B-856536D1C727}">
      <dgm:prSet/>
      <dgm:spPr/>
      <dgm:t>
        <a:bodyPr/>
        <a:lstStyle/>
        <a:p>
          <a:r>
            <a:rPr lang="en-US" b="0"/>
            <a:t>Conditional Access as enforcement layer</a:t>
          </a:r>
          <a:endParaRPr lang="en-US"/>
        </a:p>
      </dgm:t>
    </dgm:pt>
    <dgm:pt modelId="{2A9845A6-4BDF-4260-8C7B-6FB8B060AF74}" type="parTrans" cxnId="{4261DE38-E60A-46F3-A279-DA6CCF6068D8}">
      <dgm:prSet/>
      <dgm:spPr/>
      <dgm:t>
        <a:bodyPr/>
        <a:lstStyle/>
        <a:p>
          <a:endParaRPr lang="en-US"/>
        </a:p>
      </dgm:t>
    </dgm:pt>
    <dgm:pt modelId="{43ACBCE9-45C2-4354-9A48-DA7A61462AAC}" type="sibTrans" cxnId="{4261DE38-E60A-46F3-A279-DA6CCF6068D8}">
      <dgm:prSet/>
      <dgm:spPr/>
      <dgm:t>
        <a:bodyPr/>
        <a:lstStyle/>
        <a:p>
          <a:endParaRPr lang="en-US"/>
        </a:p>
      </dgm:t>
    </dgm:pt>
    <dgm:pt modelId="{08800130-3695-48C4-9297-D901ED8104B4}" type="pres">
      <dgm:prSet presAssocID="{9CB2CE59-9DBB-4597-8D82-320571D8A8A1}" presName="linear" presStyleCnt="0">
        <dgm:presLayoutVars>
          <dgm:animLvl val="lvl"/>
          <dgm:resizeHandles val="exact"/>
        </dgm:presLayoutVars>
      </dgm:prSet>
      <dgm:spPr/>
    </dgm:pt>
    <dgm:pt modelId="{D1F9BD7A-96D8-49E9-8362-8D1921CC429C}" type="pres">
      <dgm:prSet presAssocID="{481AA8D4-11A9-4B33-BA04-2B2932DEE04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A814BF3-479F-4A8F-ABA3-14499B4E0A6D}" type="pres">
      <dgm:prSet presAssocID="{C6721AE1-B2EE-4E44-BBB5-C9607333A426}" presName="spacer" presStyleCnt="0"/>
      <dgm:spPr/>
    </dgm:pt>
    <dgm:pt modelId="{EC6917D0-0297-4436-B525-E28D970DF860}" type="pres">
      <dgm:prSet presAssocID="{418C6E4F-0539-4858-9A73-A1C909ADFC8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94170B-14F1-49AF-92E0-03BAD6DE1C7E}" type="pres">
      <dgm:prSet presAssocID="{79B917A5-5D78-476C-BE40-32ED4D6C88AD}" presName="spacer" presStyleCnt="0"/>
      <dgm:spPr/>
    </dgm:pt>
    <dgm:pt modelId="{36800007-4FE2-4392-80E9-238BE9B04CDF}" type="pres">
      <dgm:prSet presAssocID="{2612633B-6B70-41EF-BB66-8E9DC42CA15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34BFC43-2F4B-496F-99FD-59035A0FDA1A}" type="pres">
      <dgm:prSet presAssocID="{801B3AC5-A732-4899-87FF-31E502673944}" presName="spacer" presStyleCnt="0"/>
      <dgm:spPr/>
    </dgm:pt>
    <dgm:pt modelId="{CC066B2D-BB3E-4625-A0F8-8A76BEBC0479}" type="pres">
      <dgm:prSet presAssocID="{F5A89BA8-E0F1-465A-8A3B-856536D1C7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10C4609-069C-41C2-BA92-C5EB1EBA3851}" type="presOf" srcId="{2612633B-6B70-41EF-BB66-8E9DC42CA157}" destId="{36800007-4FE2-4392-80E9-238BE9B04CDF}" srcOrd="0" destOrd="0" presId="urn:microsoft.com/office/officeart/2005/8/layout/vList2"/>
    <dgm:cxn modelId="{D08ADC10-2DA1-481D-841C-AE4A7855930B}" srcId="{9CB2CE59-9DBB-4597-8D82-320571D8A8A1}" destId="{2612633B-6B70-41EF-BB66-8E9DC42CA157}" srcOrd="2" destOrd="0" parTransId="{9CF06340-CFB0-445D-8708-9D3D30BE11F4}" sibTransId="{801B3AC5-A732-4899-87FF-31E502673944}"/>
    <dgm:cxn modelId="{4261DE38-E60A-46F3-A279-DA6CCF6068D8}" srcId="{9CB2CE59-9DBB-4597-8D82-320571D8A8A1}" destId="{F5A89BA8-E0F1-465A-8A3B-856536D1C727}" srcOrd="3" destOrd="0" parTransId="{2A9845A6-4BDF-4260-8C7B-6FB8B060AF74}" sibTransId="{43ACBCE9-45C2-4354-9A48-DA7A61462AAC}"/>
    <dgm:cxn modelId="{A4B1E75D-64FE-460D-B739-403911E3805F}" srcId="{9CB2CE59-9DBB-4597-8D82-320571D8A8A1}" destId="{418C6E4F-0539-4858-9A73-A1C909ADFC83}" srcOrd="1" destOrd="0" parTransId="{20FDE978-B511-4701-8145-B5BFDAD16593}" sibTransId="{79B917A5-5D78-476C-BE40-32ED4D6C88AD}"/>
    <dgm:cxn modelId="{45DAAB51-4A9D-46D7-9D62-A8EF165145AE}" srcId="{9CB2CE59-9DBB-4597-8D82-320571D8A8A1}" destId="{481AA8D4-11A9-4B33-BA04-2B2932DEE04D}" srcOrd="0" destOrd="0" parTransId="{986087B6-1BF2-48D6-81D0-4DB35756CA92}" sibTransId="{C6721AE1-B2EE-4E44-BBB5-C9607333A426}"/>
    <dgm:cxn modelId="{90AD5C52-98C3-4869-9838-2A9835B007E9}" type="presOf" srcId="{418C6E4F-0539-4858-9A73-A1C909ADFC83}" destId="{EC6917D0-0297-4436-B525-E28D970DF860}" srcOrd="0" destOrd="0" presId="urn:microsoft.com/office/officeart/2005/8/layout/vList2"/>
    <dgm:cxn modelId="{411A2374-08A5-4C51-9289-7B5CAF700815}" type="presOf" srcId="{481AA8D4-11A9-4B33-BA04-2B2932DEE04D}" destId="{D1F9BD7A-96D8-49E9-8362-8D1921CC429C}" srcOrd="0" destOrd="0" presId="urn:microsoft.com/office/officeart/2005/8/layout/vList2"/>
    <dgm:cxn modelId="{5D1EF289-506E-496E-8076-6958A3610DE6}" type="presOf" srcId="{9CB2CE59-9DBB-4597-8D82-320571D8A8A1}" destId="{08800130-3695-48C4-9297-D901ED8104B4}" srcOrd="0" destOrd="0" presId="urn:microsoft.com/office/officeart/2005/8/layout/vList2"/>
    <dgm:cxn modelId="{3742FBFD-A2E0-4AB8-B416-50C46EEAC551}" type="presOf" srcId="{F5A89BA8-E0F1-465A-8A3B-856536D1C727}" destId="{CC066B2D-BB3E-4625-A0F8-8A76BEBC0479}" srcOrd="0" destOrd="0" presId="urn:microsoft.com/office/officeart/2005/8/layout/vList2"/>
    <dgm:cxn modelId="{25D783D1-38D2-4F0B-B507-0BB087DF4F06}" type="presParOf" srcId="{08800130-3695-48C4-9297-D901ED8104B4}" destId="{D1F9BD7A-96D8-49E9-8362-8D1921CC429C}" srcOrd="0" destOrd="0" presId="urn:microsoft.com/office/officeart/2005/8/layout/vList2"/>
    <dgm:cxn modelId="{855C95A8-AB80-4F0B-B3A9-F1171B2E7335}" type="presParOf" srcId="{08800130-3695-48C4-9297-D901ED8104B4}" destId="{7A814BF3-479F-4A8F-ABA3-14499B4E0A6D}" srcOrd="1" destOrd="0" presId="urn:microsoft.com/office/officeart/2005/8/layout/vList2"/>
    <dgm:cxn modelId="{9B5E6DFE-B9FE-46C4-B6F0-8542C94AA485}" type="presParOf" srcId="{08800130-3695-48C4-9297-D901ED8104B4}" destId="{EC6917D0-0297-4436-B525-E28D970DF860}" srcOrd="2" destOrd="0" presId="urn:microsoft.com/office/officeart/2005/8/layout/vList2"/>
    <dgm:cxn modelId="{2BF67614-D0D6-467A-A4A8-512F96C7D0C3}" type="presParOf" srcId="{08800130-3695-48C4-9297-D901ED8104B4}" destId="{3194170B-14F1-49AF-92E0-03BAD6DE1C7E}" srcOrd="3" destOrd="0" presId="urn:microsoft.com/office/officeart/2005/8/layout/vList2"/>
    <dgm:cxn modelId="{FB8027A2-40B6-4FCC-927D-59BA77FF4675}" type="presParOf" srcId="{08800130-3695-48C4-9297-D901ED8104B4}" destId="{36800007-4FE2-4392-80E9-238BE9B04CDF}" srcOrd="4" destOrd="0" presId="urn:microsoft.com/office/officeart/2005/8/layout/vList2"/>
    <dgm:cxn modelId="{76112D9D-4D22-43BC-A71B-F0D0E5450593}" type="presParOf" srcId="{08800130-3695-48C4-9297-D901ED8104B4}" destId="{834BFC43-2F4B-496F-99FD-59035A0FDA1A}" srcOrd="5" destOrd="0" presId="urn:microsoft.com/office/officeart/2005/8/layout/vList2"/>
    <dgm:cxn modelId="{2D4BFF5D-76E3-4908-813E-A6CA9E995E53}" type="presParOf" srcId="{08800130-3695-48C4-9297-D901ED8104B4}" destId="{CC066B2D-BB3E-4625-A0F8-8A76BEBC04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A24E7F9-6435-4CF0-B2F3-DFBD9C457E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CB6DC5-2EB9-4BB8-9639-4360719A630B}">
      <dgm:prSet/>
      <dgm:spPr/>
      <dgm:t>
        <a:bodyPr/>
        <a:lstStyle/>
        <a:p>
          <a:r>
            <a:rPr lang="en-US" b="0"/>
            <a:t>MFA required for all users</a:t>
          </a:r>
          <a:endParaRPr lang="en-US"/>
        </a:p>
      </dgm:t>
    </dgm:pt>
    <dgm:pt modelId="{0DEE9302-4DDF-48C4-8569-1CCBA80378A6}" type="parTrans" cxnId="{33CB56B3-6C30-4A9B-A34D-07E8BCAB6159}">
      <dgm:prSet/>
      <dgm:spPr/>
      <dgm:t>
        <a:bodyPr/>
        <a:lstStyle/>
        <a:p>
          <a:endParaRPr lang="en-US"/>
        </a:p>
      </dgm:t>
    </dgm:pt>
    <dgm:pt modelId="{F241F1EE-8F6D-4E80-B9D4-1FA46767D042}" type="sibTrans" cxnId="{33CB56B3-6C30-4A9B-A34D-07E8BCAB6159}">
      <dgm:prSet/>
      <dgm:spPr/>
      <dgm:t>
        <a:bodyPr/>
        <a:lstStyle/>
        <a:p>
          <a:endParaRPr lang="en-US"/>
        </a:p>
      </dgm:t>
    </dgm:pt>
    <dgm:pt modelId="{A2822B43-7722-46A3-9858-C005D08C8FAE}">
      <dgm:prSet/>
      <dgm:spPr/>
      <dgm:t>
        <a:bodyPr/>
        <a:lstStyle/>
        <a:p>
          <a:r>
            <a:rPr lang="en-US" b="0"/>
            <a:t>Legacy authentication blocked</a:t>
          </a:r>
          <a:endParaRPr lang="en-US"/>
        </a:p>
      </dgm:t>
    </dgm:pt>
    <dgm:pt modelId="{1D286D7E-CB2E-400E-AC7A-7DD7BDB5FD3A}" type="parTrans" cxnId="{FA619F9A-A028-4FB6-8ACB-BD26D6C3D3C9}">
      <dgm:prSet/>
      <dgm:spPr/>
      <dgm:t>
        <a:bodyPr/>
        <a:lstStyle/>
        <a:p>
          <a:endParaRPr lang="en-US"/>
        </a:p>
      </dgm:t>
    </dgm:pt>
    <dgm:pt modelId="{2CD36266-A3D6-41F8-AA5C-15BE1269E014}" type="sibTrans" cxnId="{FA619F9A-A028-4FB6-8ACB-BD26D6C3D3C9}">
      <dgm:prSet/>
      <dgm:spPr/>
      <dgm:t>
        <a:bodyPr/>
        <a:lstStyle/>
        <a:p>
          <a:endParaRPr lang="en-US"/>
        </a:p>
      </dgm:t>
    </dgm:pt>
    <dgm:pt modelId="{BDFDFA02-0103-49DE-8FFB-231B96F16171}">
      <dgm:prSet/>
      <dgm:spPr/>
      <dgm:t>
        <a:bodyPr/>
        <a:lstStyle/>
        <a:p>
          <a:r>
            <a:rPr lang="en-US" b="0"/>
            <a:t>Admin accounts protected with PIM</a:t>
          </a:r>
          <a:endParaRPr lang="en-US"/>
        </a:p>
      </dgm:t>
    </dgm:pt>
    <dgm:pt modelId="{5E36D4EC-76DE-4470-82AA-E5AA144766B6}" type="parTrans" cxnId="{890017DB-CD47-4951-9BD1-93CB0ADB33F0}">
      <dgm:prSet/>
      <dgm:spPr/>
      <dgm:t>
        <a:bodyPr/>
        <a:lstStyle/>
        <a:p>
          <a:endParaRPr lang="en-US"/>
        </a:p>
      </dgm:t>
    </dgm:pt>
    <dgm:pt modelId="{C7BE2D10-AF62-4CA7-873C-A380E27B18CE}" type="sibTrans" cxnId="{890017DB-CD47-4951-9BD1-93CB0ADB33F0}">
      <dgm:prSet/>
      <dgm:spPr/>
      <dgm:t>
        <a:bodyPr/>
        <a:lstStyle/>
        <a:p>
          <a:endParaRPr lang="en-US"/>
        </a:p>
      </dgm:t>
    </dgm:pt>
    <dgm:pt modelId="{FF492069-B154-4E4C-B3FD-23EDBDD8834A}">
      <dgm:prSet/>
      <dgm:spPr/>
      <dgm:t>
        <a:bodyPr/>
        <a:lstStyle/>
        <a:p>
          <a:r>
            <a:rPr lang="en-US" b="0"/>
            <a:t>Risk-based Conditional Access</a:t>
          </a:r>
          <a:endParaRPr lang="en-US"/>
        </a:p>
      </dgm:t>
    </dgm:pt>
    <dgm:pt modelId="{44AB5A46-0B61-4579-AA68-775DF676C3F1}" type="parTrans" cxnId="{135CA3B9-8CFB-45C7-99AF-1C9ED5C8EDE8}">
      <dgm:prSet/>
      <dgm:spPr/>
      <dgm:t>
        <a:bodyPr/>
        <a:lstStyle/>
        <a:p>
          <a:endParaRPr lang="en-US"/>
        </a:p>
      </dgm:t>
    </dgm:pt>
    <dgm:pt modelId="{8112060B-7199-4A1A-A5C9-A033254BBED5}" type="sibTrans" cxnId="{135CA3B9-8CFB-45C7-99AF-1C9ED5C8EDE8}">
      <dgm:prSet/>
      <dgm:spPr/>
      <dgm:t>
        <a:bodyPr/>
        <a:lstStyle/>
        <a:p>
          <a:endParaRPr lang="en-US"/>
        </a:p>
      </dgm:t>
    </dgm:pt>
    <dgm:pt modelId="{F47166FD-E285-4ACF-A5B7-0159A0CB7FA5}">
      <dgm:prSet/>
      <dgm:spPr/>
      <dgm:t>
        <a:bodyPr/>
        <a:lstStyle/>
        <a:p>
          <a:r>
            <a:rPr lang="en-US" b="0"/>
            <a:t>Device-based access restrictions</a:t>
          </a:r>
          <a:endParaRPr lang="en-US"/>
        </a:p>
      </dgm:t>
    </dgm:pt>
    <dgm:pt modelId="{E0D649E8-49DD-42D3-9801-5D69EE4CD3F3}" type="parTrans" cxnId="{504DDBFA-1631-4E5F-B42F-93D2CB837965}">
      <dgm:prSet/>
      <dgm:spPr/>
      <dgm:t>
        <a:bodyPr/>
        <a:lstStyle/>
        <a:p>
          <a:endParaRPr lang="en-US"/>
        </a:p>
      </dgm:t>
    </dgm:pt>
    <dgm:pt modelId="{04638CC7-A263-4731-AF64-ADCF9A3EAC83}" type="sibTrans" cxnId="{504DDBFA-1631-4E5F-B42F-93D2CB837965}">
      <dgm:prSet/>
      <dgm:spPr/>
      <dgm:t>
        <a:bodyPr/>
        <a:lstStyle/>
        <a:p>
          <a:endParaRPr lang="en-US"/>
        </a:p>
      </dgm:t>
    </dgm:pt>
    <dgm:pt modelId="{A548F9D6-D26A-490C-859A-059B95BC0F31}" type="pres">
      <dgm:prSet presAssocID="{AA24E7F9-6435-4CF0-B2F3-DFBD9C457E19}" presName="linear" presStyleCnt="0">
        <dgm:presLayoutVars>
          <dgm:animLvl val="lvl"/>
          <dgm:resizeHandles val="exact"/>
        </dgm:presLayoutVars>
      </dgm:prSet>
      <dgm:spPr/>
    </dgm:pt>
    <dgm:pt modelId="{7D3390E1-7D91-4C8D-8EFC-EC4E7F644AB2}" type="pres">
      <dgm:prSet presAssocID="{6FCB6DC5-2EB9-4BB8-9639-4360719A630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001598F-A82C-4A84-BF5E-AD2F3CF91C9D}" type="pres">
      <dgm:prSet presAssocID="{F241F1EE-8F6D-4E80-B9D4-1FA46767D042}" presName="spacer" presStyleCnt="0"/>
      <dgm:spPr/>
    </dgm:pt>
    <dgm:pt modelId="{97CDA6CC-63F4-421E-A3CD-B453A1DE6EEE}" type="pres">
      <dgm:prSet presAssocID="{A2822B43-7722-46A3-9858-C005D08C8FA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9DA068B-04D6-4EB4-B14E-3678D106DBD1}" type="pres">
      <dgm:prSet presAssocID="{2CD36266-A3D6-41F8-AA5C-15BE1269E014}" presName="spacer" presStyleCnt="0"/>
      <dgm:spPr/>
    </dgm:pt>
    <dgm:pt modelId="{6D68C3D4-3C69-470C-808B-98727A7F0FE2}" type="pres">
      <dgm:prSet presAssocID="{BDFDFA02-0103-49DE-8FFB-231B96F1617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9AD44BC-2C8C-4B35-9EEE-2A82C9ADD76C}" type="pres">
      <dgm:prSet presAssocID="{C7BE2D10-AF62-4CA7-873C-A380E27B18CE}" presName="spacer" presStyleCnt="0"/>
      <dgm:spPr/>
    </dgm:pt>
    <dgm:pt modelId="{B691CA7C-D3E9-4F02-80E3-DC99DCCBA77B}" type="pres">
      <dgm:prSet presAssocID="{FF492069-B154-4E4C-B3FD-23EDBDD8834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A2CACC3-3835-405F-A72B-B0C360E23EC8}" type="pres">
      <dgm:prSet presAssocID="{8112060B-7199-4A1A-A5C9-A033254BBED5}" presName="spacer" presStyleCnt="0"/>
      <dgm:spPr/>
    </dgm:pt>
    <dgm:pt modelId="{7C6A52D3-406E-4F14-BF14-9CDA12E178D5}" type="pres">
      <dgm:prSet presAssocID="{F47166FD-E285-4ACF-A5B7-0159A0CB7FA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CF0E819-604B-4C2D-9B87-C02226AF6CA8}" type="presOf" srcId="{FF492069-B154-4E4C-B3FD-23EDBDD8834A}" destId="{B691CA7C-D3E9-4F02-80E3-DC99DCCBA77B}" srcOrd="0" destOrd="0" presId="urn:microsoft.com/office/officeart/2005/8/layout/vList2"/>
    <dgm:cxn modelId="{A5F72C33-2132-4801-86A9-F70B5FCE0BFB}" type="presOf" srcId="{AA24E7F9-6435-4CF0-B2F3-DFBD9C457E19}" destId="{A548F9D6-D26A-490C-859A-059B95BC0F31}" srcOrd="0" destOrd="0" presId="urn:microsoft.com/office/officeart/2005/8/layout/vList2"/>
    <dgm:cxn modelId="{8299D290-23E0-47C6-9E1F-6F0A0CED2E63}" type="presOf" srcId="{6FCB6DC5-2EB9-4BB8-9639-4360719A630B}" destId="{7D3390E1-7D91-4C8D-8EFC-EC4E7F644AB2}" srcOrd="0" destOrd="0" presId="urn:microsoft.com/office/officeart/2005/8/layout/vList2"/>
    <dgm:cxn modelId="{FA619F9A-A028-4FB6-8ACB-BD26D6C3D3C9}" srcId="{AA24E7F9-6435-4CF0-B2F3-DFBD9C457E19}" destId="{A2822B43-7722-46A3-9858-C005D08C8FAE}" srcOrd="1" destOrd="0" parTransId="{1D286D7E-CB2E-400E-AC7A-7DD7BDB5FD3A}" sibTransId="{2CD36266-A3D6-41F8-AA5C-15BE1269E014}"/>
    <dgm:cxn modelId="{39C35FA4-E0E1-4D53-B123-75110F4B5C52}" type="presOf" srcId="{BDFDFA02-0103-49DE-8FFB-231B96F16171}" destId="{6D68C3D4-3C69-470C-808B-98727A7F0FE2}" srcOrd="0" destOrd="0" presId="urn:microsoft.com/office/officeart/2005/8/layout/vList2"/>
    <dgm:cxn modelId="{EB22CAAF-8AA1-49ED-A30D-BA82DD73CF1B}" type="presOf" srcId="{A2822B43-7722-46A3-9858-C005D08C8FAE}" destId="{97CDA6CC-63F4-421E-A3CD-B453A1DE6EEE}" srcOrd="0" destOrd="0" presId="urn:microsoft.com/office/officeart/2005/8/layout/vList2"/>
    <dgm:cxn modelId="{33CB56B3-6C30-4A9B-A34D-07E8BCAB6159}" srcId="{AA24E7F9-6435-4CF0-B2F3-DFBD9C457E19}" destId="{6FCB6DC5-2EB9-4BB8-9639-4360719A630B}" srcOrd="0" destOrd="0" parTransId="{0DEE9302-4DDF-48C4-8569-1CCBA80378A6}" sibTransId="{F241F1EE-8F6D-4E80-B9D4-1FA46767D042}"/>
    <dgm:cxn modelId="{135CA3B9-8CFB-45C7-99AF-1C9ED5C8EDE8}" srcId="{AA24E7F9-6435-4CF0-B2F3-DFBD9C457E19}" destId="{FF492069-B154-4E4C-B3FD-23EDBDD8834A}" srcOrd="3" destOrd="0" parTransId="{44AB5A46-0B61-4579-AA68-775DF676C3F1}" sibTransId="{8112060B-7199-4A1A-A5C9-A033254BBED5}"/>
    <dgm:cxn modelId="{01B0FCBA-2625-42BE-8638-B4F589090935}" type="presOf" srcId="{F47166FD-E285-4ACF-A5B7-0159A0CB7FA5}" destId="{7C6A52D3-406E-4F14-BF14-9CDA12E178D5}" srcOrd="0" destOrd="0" presId="urn:microsoft.com/office/officeart/2005/8/layout/vList2"/>
    <dgm:cxn modelId="{890017DB-CD47-4951-9BD1-93CB0ADB33F0}" srcId="{AA24E7F9-6435-4CF0-B2F3-DFBD9C457E19}" destId="{BDFDFA02-0103-49DE-8FFB-231B96F16171}" srcOrd="2" destOrd="0" parTransId="{5E36D4EC-76DE-4470-82AA-E5AA144766B6}" sibTransId="{C7BE2D10-AF62-4CA7-873C-A380E27B18CE}"/>
    <dgm:cxn modelId="{504DDBFA-1631-4E5F-B42F-93D2CB837965}" srcId="{AA24E7F9-6435-4CF0-B2F3-DFBD9C457E19}" destId="{F47166FD-E285-4ACF-A5B7-0159A0CB7FA5}" srcOrd="4" destOrd="0" parTransId="{E0D649E8-49DD-42D3-9801-5D69EE4CD3F3}" sibTransId="{04638CC7-A263-4731-AF64-ADCF9A3EAC83}"/>
    <dgm:cxn modelId="{B77EF22A-0AF5-44F9-A748-363103638040}" type="presParOf" srcId="{A548F9D6-D26A-490C-859A-059B95BC0F31}" destId="{7D3390E1-7D91-4C8D-8EFC-EC4E7F644AB2}" srcOrd="0" destOrd="0" presId="urn:microsoft.com/office/officeart/2005/8/layout/vList2"/>
    <dgm:cxn modelId="{4970380F-71ED-4D29-9F2C-FCC16EE60273}" type="presParOf" srcId="{A548F9D6-D26A-490C-859A-059B95BC0F31}" destId="{4001598F-A82C-4A84-BF5E-AD2F3CF91C9D}" srcOrd="1" destOrd="0" presId="urn:microsoft.com/office/officeart/2005/8/layout/vList2"/>
    <dgm:cxn modelId="{3A10B924-E7BD-4CF4-8FCA-6C36E493511F}" type="presParOf" srcId="{A548F9D6-D26A-490C-859A-059B95BC0F31}" destId="{97CDA6CC-63F4-421E-A3CD-B453A1DE6EEE}" srcOrd="2" destOrd="0" presId="urn:microsoft.com/office/officeart/2005/8/layout/vList2"/>
    <dgm:cxn modelId="{E09D3588-F904-4D4A-8298-A63C2E37AABE}" type="presParOf" srcId="{A548F9D6-D26A-490C-859A-059B95BC0F31}" destId="{59DA068B-04D6-4EB4-B14E-3678D106DBD1}" srcOrd="3" destOrd="0" presId="urn:microsoft.com/office/officeart/2005/8/layout/vList2"/>
    <dgm:cxn modelId="{C68F8783-1D91-4CCB-A0F0-1C074B002A75}" type="presParOf" srcId="{A548F9D6-D26A-490C-859A-059B95BC0F31}" destId="{6D68C3D4-3C69-470C-808B-98727A7F0FE2}" srcOrd="4" destOrd="0" presId="urn:microsoft.com/office/officeart/2005/8/layout/vList2"/>
    <dgm:cxn modelId="{0C15216C-3AF3-4A23-95DD-8E3650474FB6}" type="presParOf" srcId="{A548F9D6-D26A-490C-859A-059B95BC0F31}" destId="{E9AD44BC-2C8C-4B35-9EEE-2A82C9ADD76C}" srcOrd="5" destOrd="0" presId="urn:microsoft.com/office/officeart/2005/8/layout/vList2"/>
    <dgm:cxn modelId="{4CB2D08B-9957-4C14-BA3D-7B2C2FD319CF}" type="presParOf" srcId="{A548F9D6-D26A-490C-859A-059B95BC0F31}" destId="{B691CA7C-D3E9-4F02-80E3-DC99DCCBA77B}" srcOrd="6" destOrd="0" presId="urn:microsoft.com/office/officeart/2005/8/layout/vList2"/>
    <dgm:cxn modelId="{458BB5C7-8082-4249-A540-3028A9B13E71}" type="presParOf" srcId="{A548F9D6-D26A-490C-859A-059B95BC0F31}" destId="{0A2CACC3-3835-405F-A72B-B0C360E23EC8}" srcOrd="7" destOrd="0" presId="urn:microsoft.com/office/officeart/2005/8/layout/vList2"/>
    <dgm:cxn modelId="{692BC265-EC4D-4F4B-B5C8-FD7167FD41CA}" type="presParOf" srcId="{A548F9D6-D26A-490C-859A-059B95BC0F31}" destId="{7C6A52D3-406E-4F14-BF14-9CDA12E178D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9F176BA-5164-4DD2-926C-81DB1DD938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8DAA810-4700-42F5-B3FB-7FCC87B6790C}">
      <dgm:prSet/>
      <dgm:spPr/>
      <dgm:t>
        <a:bodyPr/>
        <a:lstStyle/>
        <a:p>
          <a:r>
            <a:rPr lang="en-US" b="0"/>
            <a:t>Reduced unauthorized access</a:t>
          </a:r>
          <a:endParaRPr lang="en-US"/>
        </a:p>
      </dgm:t>
    </dgm:pt>
    <dgm:pt modelId="{BB4A835B-0CC6-42D5-9CC9-FA6876EDF298}" type="parTrans" cxnId="{67B171D4-47BE-4E18-A19E-E7E0A77E0BB0}">
      <dgm:prSet/>
      <dgm:spPr/>
      <dgm:t>
        <a:bodyPr/>
        <a:lstStyle/>
        <a:p>
          <a:endParaRPr lang="en-US"/>
        </a:p>
      </dgm:t>
    </dgm:pt>
    <dgm:pt modelId="{6C97BF2E-2B4B-463D-8F0F-8D404FFE88C2}" type="sibTrans" cxnId="{67B171D4-47BE-4E18-A19E-E7E0A77E0BB0}">
      <dgm:prSet/>
      <dgm:spPr/>
      <dgm:t>
        <a:bodyPr/>
        <a:lstStyle/>
        <a:p>
          <a:endParaRPr lang="en-US"/>
        </a:p>
      </dgm:t>
    </dgm:pt>
    <dgm:pt modelId="{BA21DCDF-4958-434F-AC68-5A89EEFF239B}">
      <dgm:prSet/>
      <dgm:spPr/>
      <dgm:t>
        <a:bodyPr/>
        <a:lstStyle/>
        <a:p>
          <a:r>
            <a:rPr lang="en-US" b="0"/>
            <a:t>Stronger protection of financial data</a:t>
          </a:r>
          <a:endParaRPr lang="en-US"/>
        </a:p>
      </dgm:t>
    </dgm:pt>
    <dgm:pt modelId="{97D23CAF-AF10-421D-B059-11FBBDA6B0FC}" type="parTrans" cxnId="{7118BE4D-BE7A-4420-9535-CA0BD4262338}">
      <dgm:prSet/>
      <dgm:spPr/>
      <dgm:t>
        <a:bodyPr/>
        <a:lstStyle/>
        <a:p>
          <a:endParaRPr lang="en-US"/>
        </a:p>
      </dgm:t>
    </dgm:pt>
    <dgm:pt modelId="{EC227101-5906-4D67-91E5-E805125D8E36}" type="sibTrans" cxnId="{7118BE4D-BE7A-4420-9535-CA0BD4262338}">
      <dgm:prSet/>
      <dgm:spPr/>
      <dgm:t>
        <a:bodyPr/>
        <a:lstStyle/>
        <a:p>
          <a:endParaRPr lang="en-US"/>
        </a:p>
      </dgm:t>
    </dgm:pt>
    <dgm:pt modelId="{3048355E-0151-44B6-BE79-E4B4C96F89A8}">
      <dgm:prSet/>
      <dgm:spPr/>
      <dgm:t>
        <a:bodyPr/>
        <a:lstStyle/>
        <a:p>
          <a:r>
            <a:rPr lang="en-US" b="0"/>
            <a:t>PCI DSS alignment</a:t>
          </a:r>
          <a:endParaRPr lang="en-US"/>
        </a:p>
      </dgm:t>
    </dgm:pt>
    <dgm:pt modelId="{96BAFECF-4D4F-4681-8D02-2ABE4900F3E9}" type="parTrans" cxnId="{61322844-E16D-4ADF-8457-A397092F7902}">
      <dgm:prSet/>
      <dgm:spPr/>
      <dgm:t>
        <a:bodyPr/>
        <a:lstStyle/>
        <a:p>
          <a:endParaRPr lang="en-US"/>
        </a:p>
      </dgm:t>
    </dgm:pt>
    <dgm:pt modelId="{68BD9A9D-7AFE-4E93-AC31-D222AC26C6DE}" type="sibTrans" cxnId="{61322844-E16D-4ADF-8457-A397092F7902}">
      <dgm:prSet/>
      <dgm:spPr/>
      <dgm:t>
        <a:bodyPr/>
        <a:lstStyle/>
        <a:p>
          <a:endParaRPr lang="en-US"/>
        </a:p>
      </dgm:t>
    </dgm:pt>
    <dgm:pt modelId="{65EAF3F6-C9E2-4BA7-B8F6-97D5984CCD90}">
      <dgm:prSet/>
      <dgm:spPr/>
      <dgm:t>
        <a:bodyPr/>
        <a:lstStyle/>
        <a:p>
          <a:r>
            <a:rPr lang="en-US" b="0"/>
            <a:t>Improved audit readiness</a:t>
          </a:r>
          <a:endParaRPr lang="en-US"/>
        </a:p>
      </dgm:t>
    </dgm:pt>
    <dgm:pt modelId="{A7E029F4-5B88-4B27-A7E2-8392CEB5D16D}" type="parTrans" cxnId="{4FDE7E14-144A-4B29-A71A-D9C4B6AD20C4}">
      <dgm:prSet/>
      <dgm:spPr/>
      <dgm:t>
        <a:bodyPr/>
        <a:lstStyle/>
        <a:p>
          <a:endParaRPr lang="en-US"/>
        </a:p>
      </dgm:t>
    </dgm:pt>
    <dgm:pt modelId="{1401C63D-B680-476C-95BC-6E8A73A1D9AB}" type="sibTrans" cxnId="{4FDE7E14-144A-4B29-A71A-D9C4B6AD20C4}">
      <dgm:prSet/>
      <dgm:spPr/>
      <dgm:t>
        <a:bodyPr/>
        <a:lstStyle/>
        <a:p>
          <a:endParaRPr lang="en-US"/>
        </a:p>
      </dgm:t>
    </dgm:pt>
    <dgm:pt modelId="{D00A6B7F-B73D-4D2B-BE80-F5F532B63E6E}">
      <dgm:prSet/>
      <dgm:spPr/>
      <dgm:t>
        <a:bodyPr/>
        <a:lstStyle/>
        <a:p>
          <a:r>
            <a:rPr lang="en-US" b="0"/>
            <a:t>Streamlined access lifecycle</a:t>
          </a:r>
          <a:endParaRPr lang="en-US"/>
        </a:p>
      </dgm:t>
    </dgm:pt>
    <dgm:pt modelId="{BAD70302-B772-4223-A3D2-670DEB8DB709}" type="parTrans" cxnId="{EDC1A351-4815-480F-B369-625194CB8137}">
      <dgm:prSet/>
      <dgm:spPr/>
      <dgm:t>
        <a:bodyPr/>
        <a:lstStyle/>
        <a:p>
          <a:endParaRPr lang="en-US"/>
        </a:p>
      </dgm:t>
    </dgm:pt>
    <dgm:pt modelId="{0D63838F-78E0-4EA5-9492-8CBDE3ACF58B}" type="sibTrans" cxnId="{EDC1A351-4815-480F-B369-625194CB8137}">
      <dgm:prSet/>
      <dgm:spPr/>
      <dgm:t>
        <a:bodyPr/>
        <a:lstStyle/>
        <a:p>
          <a:endParaRPr lang="en-US"/>
        </a:p>
      </dgm:t>
    </dgm:pt>
    <dgm:pt modelId="{712B3E81-869A-4134-AFC0-C0CEE6057AB1}" type="pres">
      <dgm:prSet presAssocID="{C9F176BA-5164-4DD2-926C-81DB1DD93862}" presName="linear" presStyleCnt="0">
        <dgm:presLayoutVars>
          <dgm:animLvl val="lvl"/>
          <dgm:resizeHandles val="exact"/>
        </dgm:presLayoutVars>
      </dgm:prSet>
      <dgm:spPr/>
    </dgm:pt>
    <dgm:pt modelId="{C40AC7DA-0EC3-471B-BB26-9FF6D4532B65}" type="pres">
      <dgm:prSet presAssocID="{C8DAA810-4700-42F5-B3FB-7FCC87B6790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384A5A7-AD4C-4297-8A01-3F2A7035D0C5}" type="pres">
      <dgm:prSet presAssocID="{6C97BF2E-2B4B-463D-8F0F-8D404FFE88C2}" presName="spacer" presStyleCnt="0"/>
      <dgm:spPr/>
    </dgm:pt>
    <dgm:pt modelId="{82E19740-31B8-4B18-B1B2-EFFF9B9B0DE7}" type="pres">
      <dgm:prSet presAssocID="{BA21DCDF-4958-434F-AC68-5A89EEFF239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E33797A-28AF-401F-91CD-3C5187E7C30C}" type="pres">
      <dgm:prSet presAssocID="{EC227101-5906-4D67-91E5-E805125D8E36}" presName="spacer" presStyleCnt="0"/>
      <dgm:spPr/>
    </dgm:pt>
    <dgm:pt modelId="{4D134AA7-196C-4D25-96AF-52390783BA59}" type="pres">
      <dgm:prSet presAssocID="{3048355E-0151-44B6-BE79-E4B4C96F89A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CA50C83-4D00-42DD-A233-4DF2869C1F47}" type="pres">
      <dgm:prSet presAssocID="{68BD9A9D-7AFE-4E93-AC31-D222AC26C6DE}" presName="spacer" presStyleCnt="0"/>
      <dgm:spPr/>
    </dgm:pt>
    <dgm:pt modelId="{4CD797E0-23A9-42A6-ACB9-E4B1F8D9F5DB}" type="pres">
      <dgm:prSet presAssocID="{65EAF3F6-C9E2-4BA7-B8F6-97D5984CCD9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BBF48BF-B261-4DBA-ADA8-37F0E369C919}" type="pres">
      <dgm:prSet presAssocID="{1401C63D-B680-476C-95BC-6E8A73A1D9AB}" presName="spacer" presStyleCnt="0"/>
      <dgm:spPr/>
    </dgm:pt>
    <dgm:pt modelId="{573004D0-15C2-476C-80CE-87E69F7D8457}" type="pres">
      <dgm:prSet presAssocID="{D00A6B7F-B73D-4D2B-BE80-F5F532B63E6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FDE7E14-144A-4B29-A71A-D9C4B6AD20C4}" srcId="{C9F176BA-5164-4DD2-926C-81DB1DD93862}" destId="{65EAF3F6-C9E2-4BA7-B8F6-97D5984CCD90}" srcOrd="3" destOrd="0" parTransId="{A7E029F4-5B88-4B27-A7E2-8392CEB5D16D}" sibTransId="{1401C63D-B680-476C-95BC-6E8A73A1D9AB}"/>
    <dgm:cxn modelId="{0ADEE12A-0BB2-4547-A59D-3D125965C91F}" type="presOf" srcId="{D00A6B7F-B73D-4D2B-BE80-F5F532B63E6E}" destId="{573004D0-15C2-476C-80CE-87E69F7D8457}" srcOrd="0" destOrd="0" presId="urn:microsoft.com/office/officeart/2005/8/layout/vList2"/>
    <dgm:cxn modelId="{D8BFD533-9481-436F-9EDF-1BDDAD801A41}" type="presOf" srcId="{BA21DCDF-4958-434F-AC68-5A89EEFF239B}" destId="{82E19740-31B8-4B18-B1B2-EFFF9B9B0DE7}" srcOrd="0" destOrd="0" presId="urn:microsoft.com/office/officeart/2005/8/layout/vList2"/>
    <dgm:cxn modelId="{AF3E7160-0E64-4BAC-9B4B-C01849635623}" type="presOf" srcId="{3048355E-0151-44B6-BE79-E4B4C96F89A8}" destId="{4D134AA7-196C-4D25-96AF-52390783BA59}" srcOrd="0" destOrd="0" presId="urn:microsoft.com/office/officeart/2005/8/layout/vList2"/>
    <dgm:cxn modelId="{61322844-E16D-4ADF-8457-A397092F7902}" srcId="{C9F176BA-5164-4DD2-926C-81DB1DD93862}" destId="{3048355E-0151-44B6-BE79-E4B4C96F89A8}" srcOrd="2" destOrd="0" parTransId="{96BAFECF-4D4F-4681-8D02-2ABE4900F3E9}" sibTransId="{68BD9A9D-7AFE-4E93-AC31-D222AC26C6DE}"/>
    <dgm:cxn modelId="{7118BE4D-BE7A-4420-9535-CA0BD4262338}" srcId="{C9F176BA-5164-4DD2-926C-81DB1DD93862}" destId="{BA21DCDF-4958-434F-AC68-5A89EEFF239B}" srcOrd="1" destOrd="0" parTransId="{97D23CAF-AF10-421D-B059-11FBBDA6B0FC}" sibTransId="{EC227101-5906-4D67-91E5-E805125D8E36}"/>
    <dgm:cxn modelId="{531BFC6D-B729-481B-AB94-5F40AD094BC9}" type="presOf" srcId="{C9F176BA-5164-4DD2-926C-81DB1DD93862}" destId="{712B3E81-869A-4134-AFC0-C0CEE6057AB1}" srcOrd="0" destOrd="0" presId="urn:microsoft.com/office/officeart/2005/8/layout/vList2"/>
    <dgm:cxn modelId="{EDC1A351-4815-480F-B369-625194CB8137}" srcId="{C9F176BA-5164-4DD2-926C-81DB1DD93862}" destId="{D00A6B7F-B73D-4D2B-BE80-F5F532B63E6E}" srcOrd="4" destOrd="0" parTransId="{BAD70302-B772-4223-A3D2-670DEB8DB709}" sibTransId="{0D63838F-78E0-4EA5-9492-8CBDE3ACF58B}"/>
    <dgm:cxn modelId="{F8167181-69C0-4ABB-BDF3-062B5319008F}" type="presOf" srcId="{C8DAA810-4700-42F5-B3FB-7FCC87B6790C}" destId="{C40AC7DA-0EC3-471B-BB26-9FF6D4532B65}" srcOrd="0" destOrd="0" presId="urn:microsoft.com/office/officeart/2005/8/layout/vList2"/>
    <dgm:cxn modelId="{EFEF508F-89E6-4DED-9925-A879B43C05D6}" type="presOf" srcId="{65EAF3F6-C9E2-4BA7-B8F6-97D5984CCD90}" destId="{4CD797E0-23A9-42A6-ACB9-E4B1F8D9F5DB}" srcOrd="0" destOrd="0" presId="urn:microsoft.com/office/officeart/2005/8/layout/vList2"/>
    <dgm:cxn modelId="{67B171D4-47BE-4E18-A19E-E7E0A77E0BB0}" srcId="{C9F176BA-5164-4DD2-926C-81DB1DD93862}" destId="{C8DAA810-4700-42F5-B3FB-7FCC87B6790C}" srcOrd="0" destOrd="0" parTransId="{BB4A835B-0CC6-42D5-9CC9-FA6876EDF298}" sibTransId="{6C97BF2E-2B4B-463D-8F0F-8D404FFE88C2}"/>
    <dgm:cxn modelId="{4EBECE8A-7C48-4FAB-9E2D-62BCFEFC76C1}" type="presParOf" srcId="{712B3E81-869A-4134-AFC0-C0CEE6057AB1}" destId="{C40AC7DA-0EC3-471B-BB26-9FF6D4532B65}" srcOrd="0" destOrd="0" presId="urn:microsoft.com/office/officeart/2005/8/layout/vList2"/>
    <dgm:cxn modelId="{64DB7DA4-BCBC-4E36-BAD4-391213B203B2}" type="presParOf" srcId="{712B3E81-869A-4134-AFC0-C0CEE6057AB1}" destId="{B384A5A7-AD4C-4297-8A01-3F2A7035D0C5}" srcOrd="1" destOrd="0" presId="urn:microsoft.com/office/officeart/2005/8/layout/vList2"/>
    <dgm:cxn modelId="{9BB79A6E-B530-4161-8935-0930C2BD7B23}" type="presParOf" srcId="{712B3E81-869A-4134-AFC0-C0CEE6057AB1}" destId="{82E19740-31B8-4B18-B1B2-EFFF9B9B0DE7}" srcOrd="2" destOrd="0" presId="urn:microsoft.com/office/officeart/2005/8/layout/vList2"/>
    <dgm:cxn modelId="{BE1DB9D7-D27A-406F-BB85-F115D1D7FC10}" type="presParOf" srcId="{712B3E81-869A-4134-AFC0-C0CEE6057AB1}" destId="{EE33797A-28AF-401F-91CD-3C5187E7C30C}" srcOrd="3" destOrd="0" presId="urn:microsoft.com/office/officeart/2005/8/layout/vList2"/>
    <dgm:cxn modelId="{5A9D8913-72CE-4383-8FEE-B6EC5063C165}" type="presParOf" srcId="{712B3E81-869A-4134-AFC0-C0CEE6057AB1}" destId="{4D134AA7-196C-4D25-96AF-52390783BA59}" srcOrd="4" destOrd="0" presId="urn:microsoft.com/office/officeart/2005/8/layout/vList2"/>
    <dgm:cxn modelId="{F1770715-0D74-4933-9799-1D7ABA3A05FF}" type="presParOf" srcId="{712B3E81-869A-4134-AFC0-C0CEE6057AB1}" destId="{1CA50C83-4D00-42DD-A233-4DF2869C1F47}" srcOrd="5" destOrd="0" presId="urn:microsoft.com/office/officeart/2005/8/layout/vList2"/>
    <dgm:cxn modelId="{3AA53A2E-AC8F-4E2E-A871-4F56A6F5C395}" type="presParOf" srcId="{712B3E81-869A-4134-AFC0-C0CEE6057AB1}" destId="{4CD797E0-23A9-42A6-ACB9-E4B1F8D9F5DB}" srcOrd="6" destOrd="0" presId="urn:microsoft.com/office/officeart/2005/8/layout/vList2"/>
    <dgm:cxn modelId="{3E67C2BA-7A34-4993-A493-CFCA5326A6F2}" type="presParOf" srcId="{712B3E81-869A-4134-AFC0-C0CEE6057AB1}" destId="{ABBF48BF-B261-4DBA-ADA8-37F0E369C919}" srcOrd="7" destOrd="0" presId="urn:microsoft.com/office/officeart/2005/8/layout/vList2"/>
    <dgm:cxn modelId="{BD0DCE26-313D-473B-B1AB-2EF7923D9B5B}" type="presParOf" srcId="{712B3E81-869A-4134-AFC0-C0CEE6057AB1}" destId="{573004D0-15C2-476C-80CE-87E69F7D845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9E18988-1DDC-4FC1-B91D-8FDA9E9C69C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904461E-F3BB-4CF5-856B-E62EDFC77A09}">
      <dgm:prSet/>
      <dgm:spPr/>
      <dgm:t>
        <a:bodyPr/>
        <a:lstStyle/>
        <a:p>
          <a:r>
            <a:rPr lang="en-US" b="0"/>
            <a:t>Microsoft Entra ID</a:t>
          </a:r>
          <a:endParaRPr lang="en-US"/>
        </a:p>
      </dgm:t>
    </dgm:pt>
    <dgm:pt modelId="{8875D68D-1D9E-4B6B-8ABC-C7A335A0F8D7}" type="parTrans" cxnId="{FAAC185D-5B28-4425-847E-BDB06F4F83FF}">
      <dgm:prSet/>
      <dgm:spPr/>
      <dgm:t>
        <a:bodyPr/>
        <a:lstStyle/>
        <a:p>
          <a:endParaRPr lang="en-US"/>
        </a:p>
      </dgm:t>
    </dgm:pt>
    <dgm:pt modelId="{14C8E677-DB24-4DEF-A911-AEA8185D8AE8}" type="sibTrans" cxnId="{FAAC185D-5B28-4425-847E-BDB06F4F83FF}">
      <dgm:prSet/>
      <dgm:spPr/>
      <dgm:t>
        <a:bodyPr/>
        <a:lstStyle/>
        <a:p>
          <a:endParaRPr lang="en-US"/>
        </a:p>
      </dgm:t>
    </dgm:pt>
    <dgm:pt modelId="{FD57DBBD-2A7F-490E-AEAF-092D73695DFD}">
      <dgm:prSet/>
      <dgm:spPr/>
      <dgm:t>
        <a:bodyPr/>
        <a:lstStyle/>
        <a:p>
          <a:r>
            <a:rPr lang="en-US" b="0"/>
            <a:t>IAM Architecture</a:t>
          </a:r>
          <a:endParaRPr lang="en-US"/>
        </a:p>
      </dgm:t>
    </dgm:pt>
    <dgm:pt modelId="{42AEECB3-A40F-4410-BE2A-694DBF2AF557}" type="parTrans" cxnId="{C0E56C17-4437-4627-ACB4-8CF8CEF4C03A}">
      <dgm:prSet/>
      <dgm:spPr/>
      <dgm:t>
        <a:bodyPr/>
        <a:lstStyle/>
        <a:p>
          <a:endParaRPr lang="en-US"/>
        </a:p>
      </dgm:t>
    </dgm:pt>
    <dgm:pt modelId="{BEBF76CF-981E-43E4-9882-80DB96A897FC}" type="sibTrans" cxnId="{C0E56C17-4437-4627-ACB4-8CF8CEF4C03A}">
      <dgm:prSet/>
      <dgm:spPr/>
      <dgm:t>
        <a:bodyPr/>
        <a:lstStyle/>
        <a:p>
          <a:endParaRPr lang="en-US"/>
        </a:p>
      </dgm:t>
    </dgm:pt>
    <dgm:pt modelId="{AD9DE0D2-07FD-4451-AFC1-6E0794B47609}">
      <dgm:prSet/>
      <dgm:spPr/>
      <dgm:t>
        <a:bodyPr/>
        <a:lstStyle/>
        <a:p>
          <a:r>
            <a:rPr lang="en-US" b="0"/>
            <a:t>RBAC Design</a:t>
          </a:r>
          <a:endParaRPr lang="en-US"/>
        </a:p>
      </dgm:t>
    </dgm:pt>
    <dgm:pt modelId="{55E2FD03-FA4D-40CC-A8B6-5448F0D80762}" type="parTrans" cxnId="{03B99DD4-921D-4703-B4C3-84EF859AD7F8}">
      <dgm:prSet/>
      <dgm:spPr/>
      <dgm:t>
        <a:bodyPr/>
        <a:lstStyle/>
        <a:p>
          <a:endParaRPr lang="en-US"/>
        </a:p>
      </dgm:t>
    </dgm:pt>
    <dgm:pt modelId="{07DAC001-90E7-4182-BA7D-06BE7468AA0D}" type="sibTrans" cxnId="{03B99DD4-921D-4703-B4C3-84EF859AD7F8}">
      <dgm:prSet/>
      <dgm:spPr/>
      <dgm:t>
        <a:bodyPr/>
        <a:lstStyle/>
        <a:p>
          <a:endParaRPr lang="en-US"/>
        </a:p>
      </dgm:t>
    </dgm:pt>
    <dgm:pt modelId="{9E31BE7A-8A22-46B9-A2D8-0EEAA1AFDB50}">
      <dgm:prSet/>
      <dgm:spPr/>
      <dgm:t>
        <a:bodyPr/>
        <a:lstStyle/>
        <a:p>
          <a:r>
            <a:rPr lang="en-US" b="0"/>
            <a:t>Conditional Access</a:t>
          </a:r>
          <a:endParaRPr lang="en-US"/>
        </a:p>
      </dgm:t>
    </dgm:pt>
    <dgm:pt modelId="{A3005FF3-D12F-4CD3-85EA-2A17C60BEC8D}" type="parTrans" cxnId="{07F01C47-0FF3-4A3A-ADA7-459A168CF13D}">
      <dgm:prSet/>
      <dgm:spPr/>
      <dgm:t>
        <a:bodyPr/>
        <a:lstStyle/>
        <a:p>
          <a:endParaRPr lang="en-US"/>
        </a:p>
      </dgm:t>
    </dgm:pt>
    <dgm:pt modelId="{02007728-48B0-44C1-9D94-B04440BC4605}" type="sibTrans" cxnId="{07F01C47-0FF3-4A3A-ADA7-459A168CF13D}">
      <dgm:prSet/>
      <dgm:spPr/>
      <dgm:t>
        <a:bodyPr/>
        <a:lstStyle/>
        <a:p>
          <a:endParaRPr lang="en-US"/>
        </a:p>
      </dgm:t>
    </dgm:pt>
    <dgm:pt modelId="{2B4FE68E-70A4-4AB4-8DBE-F08A67E4ED8E}">
      <dgm:prSet/>
      <dgm:spPr/>
      <dgm:t>
        <a:bodyPr/>
        <a:lstStyle/>
        <a:p>
          <a:r>
            <a:rPr lang="en-US" b="0"/>
            <a:t>Zero Trust Implementation</a:t>
          </a:r>
          <a:endParaRPr lang="en-US"/>
        </a:p>
      </dgm:t>
    </dgm:pt>
    <dgm:pt modelId="{9FD65665-7F24-4EA4-8D5A-73AFC9A01095}" type="parTrans" cxnId="{A55B4D84-88DD-4720-8D1A-290B352977FE}">
      <dgm:prSet/>
      <dgm:spPr/>
      <dgm:t>
        <a:bodyPr/>
        <a:lstStyle/>
        <a:p>
          <a:endParaRPr lang="en-US"/>
        </a:p>
      </dgm:t>
    </dgm:pt>
    <dgm:pt modelId="{1D5FC20F-B141-4FFC-B654-CA3E7051EE05}" type="sibTrans" cxnId="{A55B4D84-88DD-4720-8D1A-290B352977FE}">
      <dgm:prSet/>
      <dgm:spPr/>
      <dgm:t>
        <a:bodyPr/>
        <a:lstStyle/>
        <a:p>
          <a:endParaRPr lang="en-US"/>
        </a:p>
      </dgm:t>
    </dgm:pt>
    <dgm:pt modelId="{B2801F81-6443-4E37-B5A1-3069F9A190FC}" type="pres">
      <dgm:prSet presAssocID="{79E18988-1DDC-4FC1-B91D-8FDA9E9C69C9}" presName="linear" presStyleCnt="0">
        <dgm:presLayoutVars>
          <dgm:animLvl val="lvl"/>
          <dgm:resizeHandles val="exact"/>
        </dgm:presLayoutVars>
      </dgm:prSet>
      <dgm:spPr/>
    </dgm:pt>
    <dgm:pt modelId="{070C8FC1-ECC2-477E-B3AF-DE0201C7CFFE}" type="pres">
      <dgm:prSet presAssocID="{F904461E-F3BB-4CF5-856B-E62EDFC77A0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9A03152-AD01-4829-B5E0-384245BFB649}" type="pres">
      <dgm:prSet presAssocID="{14C8E677-DB24-4DEF-A911-AEA8185D8AE8}" presName="spacer" presStyleCnt="0"/>
      <dgm:spPr/>
    </dgm:pt>
    <dgm:pt modelId="{A4A8F54E-58F8-419D-BF15-B365BF573974}" type="pres">
      <dgm:prSet presAssocID="{FD57DBBD-2A7F-490E-AEAF-092D73695DF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DEB6E8A-1D84-498E-AF57-11F90BD275B1}" type="pres">
      <dgm:prSet presAssocID="{BEBF76CF-981E-43E4-9882-80DB96A897FC}" presName="spacer" presStyleCnt="0"/>
      <dgm:spPr/>
    </dgm:pt>
    <dgm:pt modelId="{F26890AD-9275-4EF0-B8EF-97BD1013C9FB}" type="pres">
      <dgm:prSet presAssocID="{AD9DE0D2-07FD-4451-AFC1-6E0794B4760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25BA93C-FDD7-453D-BDDB-269C976E6705}" type="pres">
      <dgm:prSet presAssocID="{07DAC001-90E7-4182-BA7D-06BE7468AA0D}" presName="spacer" presStyleCnt="0"/>
      <dgm:spPr/>
    </dgm:pt>
    <dgm:pt modelId="{09DE3BFD-49E0-41BD-A5A2-744B11586901}" type="pres">
      <dgm:prSet presAssocID="{9E31BE7A-8A22-46B9-A2D8-0EEAA1AFDB5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975DE53-E8D9-480A-8B32-58F051151201}" type="pres">
      <dgm:prSet presAssocID="{02007728-48B0-44C1-9D94-B04440BC4605}" presName="spacer" presStyleCnt="0"/>
      <dgm:spPr/>
    </dgm:pt>
    <dgm:pt modelId="{8EAAB8A0-0BCE-4C7C-84DA-235388AFD7AB}" type="pres">
      <dgm:prSet presAssocID="{2B4FE68E-70A4-4AB4-8DBE-F08A67E4ED8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0E56C17-4437-4627-ACB4-8CF8CEF4C03A}" srcId="{79E18988-1DDC-4FC1-B91D-8FDA9E9C69C9}" destId="{FD57DBBD-2A7F-490E-AEAF-092D73695DFD}" srcOrd="1" destOrd="0" parTransId="{42AEECB3-A40F-4410-BE2A-694DBF2AF557}" sibTransId="{BEBF76CF-981E-43E4-9882-80DB96A897FC}"/>
    <dgm:cxn modelId="{44D6DA37-A3DA-4D5C-BBA7-6791AF7BDB68}" type="presOf" srcId="{F904461E-F3BB-4CF5-856B-E62EDFC77A09}" destId="{070C8FC1-ECC2-477E-B3AF-DE0201C7CFFE}" srcOrd="0" destOrd="0" presId="urn:microsoft.com/office/officeart/2005/8/layout/vList2"/>
    <dgm:cxn modelId="{25E70538-AE73-4A2B-A164-82A0CDDAE6C5}" type="presOf" srcId="{79E18988-1DDC-4FC1-B91D-8FDA9E9C69C9}" destId="{B2801F81-6443-4E37-B5A1-3069F9A190FC}" srcOrd="0" destOrd="0" presId="urn:microsoft.com/office/officeart/2005/8/layout/vList2"/>
    <dgm:cxn modelId="{FAAC185D-5B28-4425-847E-BDB06F4F83FF}" srcId="{79E18988-1DDC-4FC1-B91D-8FDA9E9C69C9}" destId="{F904461E-F3BB-4CF5-856B-E62EDFC77A09}" srcOrd="0" destOrd="0" parTransId="{8875D68D-1D9E-4B6B-8ABC-C7A335A0F8D7}" sibTransId="{14C8E677-DB24-4DEF-A911-AEA8185D8AE8}"/>
    <dgm:cxn modelId="{07F01C47-0FF3-4A3A-ADA7-459A168CF13D}" srcId="{79E18988-1DDC-4FC1-B91D-8FDA9E9C69C9}" destId="{9E31BE7A-8A22-46B9-A2D8-0EEAA1AFDB50}" srcOrd="3" destOrd="0" parTransId="{A3005FF3-D12F-4CD3-85EA-2A17C60BEC8D}" sibTransId="{02007728-48B0-44C1-9D94-B04440BC4605}"/>
    <dgm:cxn modelId="{B617BB6E-D24E-4F97-AECD-3E7EC41CEF33}" type="presOf" srcId="{FD57DBBD-2A7F-490E-AEAF-092D73695DFD}" destId="{A4A8F54E-58F8-419D-BF15-B365BF573974}" srcOrd="0" destOrd="0" presId="urn:microsoft.com/office/officeart/2005/8/layout/vList2"/>
    <dgm:cxn modelId="{A55B4D84-88DD-4720-8D1A-290B352977FE}" srcId="{79E18988-1DDC-4FC1-B91D-8FDA9E9C69C9}" destId="{2B4FE68E-70A4-4AB4-8DBE-F08A67E4ED8E}" srcOrd="4" destOrd="0" parTransId="{9FD65665-7F24-4EA4-8D5A-73AFC9A01095}" sibTransId="{1D5FC20F-B141-4FFC-B654-CA3E7051EE05}"/>
    <dgm:cxn modelId="{315E43BC-EC7C-4C48-A127-F65DE67081EB}" type="presOf" srcId="{9E31BE7A-8A22-46B9-A2D8-0EEAA1AFDB50}" destId="{09DE3BFD-49E0-41BD-A5A2-744B11586901}" srcOrd="0" destOrd="0" presId="urn:microsoft.com/office/officeart/2005/8/layout/vList2"/>
    <dgm:cxn modelId="{03B99DD4-921D-4703-B4C3-84EF859AD7F8}" srcId="{79E18988-1DDC-4FC1-B91D-8FDA9E9C69C9}" destId="{AD9DE0D2-07FD-4451-AFC1-6E0794B47609}" srcOrd="2" destOrd="0" parTransId="{55E2FD03-FA4D-40CC-A8B6-5448F0D80762}" sibTransId="{07DAC001-90E7-4182-BA7D-06BE7468AA0D}"/>
    <dgm:cxn modelId="{51B7D6F7-3A4D-4005-8248-6141960F36DD}" type="presOf" srcId="{AD9DE0D2-07FD-4451-AFC1-6E0794B47609}" destId="{F26890AD-9275-4EF0-B8EF-97BD1013C9FB}" srcOrd="0" destOrd="0" presId="urn:microsoft.com/office/officeart/2005/8/layout/vList2"/>
    <dgm:cxn modelId="{3EAED8FF-5564-4BD6-8191-5D962042F0DB}" type="presOf" srcId="{2B4FE68E-70A4-4AB4-8DBE-F08A67E4ED8E}" destId="{8EAAB8A0-0BCE-4C7C-84DA-235388AFD7AB}" srcOrd="0" destOrd="0" presId="urn:microsoft.com/office/officeart/2005/8/layout/vList2"/>
    <dgm:cxn modelId="{8AA8098A-DC44-4075-8855-AE85A743D3A9}" type="presParOf" srcId="{B2801F81-6443-4E37-B5A1-3069F9A190FC}" destId="{070C8FC1-ECC2-477E-B3AF-DE0201C7CFFE}" srcOrd="0" destOrd="0" presId="urn:microsoft.com/office/officeart/2005/8/layout/vList2"/>
    <dgm:cxn modelId="{22DA1F50-318E-4FEC-9F18-0AE0ABA77945}" type="presParOf" srcId="{B2801F81-6443-4E37-B5A1-3069F9A190FC}" destId="{39A03152-AD01-4829-B5E0-384245BFB649}" srcOrd="1" destOrd="0" presId="urn:microsoft.com/office/officeart/2005/8/layout/vList2"/>
    <dgm:cxn modelId="{87FDE66B-CA72-43BC-9D64-8759E6B731C3}" type="presParOf" srcId="{B2801F81-6443-4E37-B5A1-3069F9A190FC}" destId="{A4A8F54E-58F8-419D-BF15-B365BF573974}" srcOrd="2" destOrd="0" presId="urn:microsoft.com/office/officeart/2005/8/layout/vList2"/>
    <dgm:cxn modelId="{A5F4C7E4-406B-417B-B67A-6F53F601E2DE}" type="presParOf" srcId="{B2801F81-6443-4E37-B5A1-3069F9A190FC}" destId="{ADEB6E8A-1D84-498E-AF57-11F90BD275B1}" srcOrd="3" destOrd="0" presId="urn:microsoft.com/office/officeart/2005/8/layout/vList2"/>
    <dgm:cxn modelId="{36B7EC83-3B57-4FBA-B675-6F8E02D3BCCB}" type="presParOf" srcId="{B2801F81-6443-4E37-B5A1-3069F9A190FC}" destId="{F26890AD-9275-4EF0-B8EF-97BD1013C9FB}" srcOrd="4" destOrd="0" presId="urn:microsoft.com/office/officeart/2005/8/layout/vList2"/>
    <dgm:cxn modelId="{E01A585C-2FD3-46EC-B1B5-C3204A56A327}" type="presParOf" srcId="{B2801F81-6443-4E37-B5A1-3069F9A190FC}" destId="{F25BA93C-FDD7-453D-BDDB-269C976E6705}" srcOrd="5" destOrd="0" presId="urn:microsoft.com/office/officeart/2005/8/layout/vList2"/>
    <dgm:cxn modelId="{8799E9D8-D2B3-465E-951F-4AAF632E30B1}" type="presParOf" srcId="{B2801F81-6443-4E37-B5A1-3069F9A190FC}" destId="{09DE3BFD-49E0-41BD-A5A2-744B11586901}" srcOrd="6" destOrd="0" presId="urn:microsoft.com/office/officeart/2005/8/layout/vList2"/>
    <dgm:cxn modelId="{FA4E7539-24B7-4A90-9D2D-1E445BEF625D}" type="presParOf" srcId="{B2801F81-6443-4E37-B5A1-3069F9A190FC}" destId="{4975DE53-E8D9-480A-8B32-58F051151201}" srcOrd="7" destOrd="0" presId="urn:microsoft.com/office/officeart/2005/8/layout/vList2"/>
    <dgm:cxn modelId="{3B30C062-7BF7-4A72-BAB5-F1102AADA3E4}" type="presParOf" srcId="{B2801F81-6443-4E37-B5A1-3069F9A190FC}" destId="{8EAAB8A0-0BCE-4C7C-84DA-235388AFD7A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5CF4555-B553-429F-9A27-E1D3EAD3B8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4359675-5413-488C-8AA5-966655B65AE5}">
      <dgm:prSet/>
      <dgm:spPr/>
      <dgm:t>
        <a:bodyPr/>
        <a:lstStyle/>
        <a:p>
          <a:r>
            <a:rPr lang="en-US" b="0"/>
            <a:t>Identity is the foundation of modern security. I’m passionate about designing secure, scalable IAM solutions that protect critical systems and enable business growth.</a:t>
          </a:r>
          <a:endParaRPr lang="en-US"/>
        </a:p>
      </dgm:t>
    </dgm:pt>
    <dgm:pt modelId="{77D8EE95-A270-4629-9B2A-C2462523DB8F}" type="parTrans" cxnId="{F57E993F-F6B0-40B2-BE16-FD2152A2CBEA}">
      <dgm:prSet/>
      <dgm:spPr/>
      <dgm:t>
        <a:bodyPr/>
        <a:lstStyle/>
        <a:p>
          <a:endParaRPr lang="en-US"/>
        </a:p>
      </dgm:t>
    </dgm:pt>
    <dgm:pt modelId="{A81B0555-F646-44E4-B62B-E79BD0967DEC}" type="sibTrans" cxnId="{F57E993F-F6B0-40B2-BE16-FD2152A2CBEA}">
      <dgm:prSet/>
      <dgm:spPr/>
      <dgm:t>
        <a:bodyPr/>
        <a:lstStyle/>
        <a:p>
          <a:endParaRPr lang="en-US"/>
        </a:p>
      </dgm:t>
    </dgm:pt>
    <dgm:pt modelId="{3D4BDA7B-183D-4792-9A1B-CE57346B267A}">
      <dgm:prSet/>
      <dgm:spPr/>
      <dgm:t>
        <a:bodyPr/>
        <a:lstStyle/>
        <a:p>
          <a:r>
            <a:rPr lang="en-US" b="0"/>
            <a:t>Open to IAM &amp; Cybersecurity opportunities.</a:t>
          </a:r>
          <a:endParaRPr lang="en-US"/>
        </a:p>
      </dgm:t>
    </dgm:pt>
    <dgm:pt modelId="{F7EEBA7D-90CE-4CCF-AADD-14FDBD808C27}" type="parTrans" cxnId="{BC7FB7AC-4664-4241-BDF8-447A863B1B99}">
      <dgm:prSet/>
      <dgm:spPr/>
      <dgm:t>
        <a:bodyPr/>
        <a:lstStyle/>
        <a:p>
          <a:endParaRPr lang="en-US"/>
        </a:p>
      </dgm:t>
    </dgm:pt>
    <dgm:pt modelId="{C601E3D6-A668-454B-8228-D95F950FA07C}" type="sibTrans" cxnId="{BC7FB7AC-4664-4241-BDF8-447A863B1B99}">
      <dgm:prSet/>
      <dgm:spPr/>
      <dgm:t>
        <a:bodyPr/>
        <a:lstStyle/>
        <a:p>
          <a:endParaRPr lang="en-US"/>
        </a:p>
      </dgm:t>
    </dgm:pt>
    <dgm:pt modelId="{3986F5D9-3F31-4911-AFC6-23355076CE34}" type="pres">
      <dgm:prSet presAssocID="{95CF4555-B553-429F-9A27-E1D3EAD3B811}" presName="linear" presStyleCnt="0">
        <dgm:presLayoutVars>
          <dgm:animLvl val="lvl"/>
          <dgm:resizeHandles val="exact"/>
        </dgm:presLayoutVars>
      </dgm:prSet>
      <dgm:spPr/>
    </dgm:pt>
    <dgm:pt modelId="{248982A5-AA65-4F50-AC65-48B289BEF2B7}" type="pres">
      <dgm:prSet presAssocID="{F4359675-5413-488C-8AA5-966655B65AE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1741D29-B8F0-4A77-95CD-394480920579}" type="pres">
      <dgm:prSet presAssocID="{A81B0555-F646-44E4-B62B-E79BD0967DEC}" presName="spacer" presStyleCnt="0"/>
      <dgm:spPr/>
    </dgm:pt>
    <dgm:pt modelId="{5FBDCA77-F9E1-4012-995B-C1073B6F536A}" type="pres">
      <dgm:prSet presAssocID="{3D4BDA7B-183D-4792-9A1B-CE57346B267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0997807-811D-4A82-BEC7-745352AF4C90}" type="presOf" srcId="{F4359675-5413-488C-8AA5-966655B65AE5}" destId="{248982A5-AA65-4F50-AC65-48B289BEF2B7}" srcOrd="0" destOrd="0" presId="urn:microsoft.com/office/officeart/2005/8/layout/vList2"/>
    <dgm:cxn modelId="{B16A5427-1B63-4EA7-B4CD-595562B111DF}" type="presOf" srcId="{3D4BDA7B-183D-4792-9A1B-CE57346B267A}" destId="{5FBDCA77-F9E1-4012-995B-C1073B6F536A}" srcOrd="0" destOrd="0" presId="urn:microsoft.com/office/officeart/2005/8/layout/vList2"/>
    <dgm:cxn modelId="{F57E993F-F6B0-40B2-BE16-FD2152A2CBEA}" srcId="{95CF4555-B553-429F-9A27-E1D3EAD3B811}" destId="{F4359675-5413-488C-8AA5-966655B65AE5}" srcOrd="0" destOrd="0" parTransId="{77D8EE95-A270-4629-9B2A-C2462523DB8F}" sibTransId="{A81B0555-F646-44E4-B62B-E79BD0967DEC}"/>
    <dgm:cxn modelId="{71080D90-9B83-4B1B-BA65-F245E07C9518}" type="presOf" srcId="{95CF4555-B553-429F-9A27-E1D3EAD3B811}" destId="{3986F5D9-3F31-4911-AFC6-23355076CE34}" srcOrd="0" destOrd="0" presId="urn:microsoft.com/office/officeart/2005/8/layout/vList2"/>
    <dgm:cxn modelId="{BC7FB7AC-4664-4241-BDF8-447A863B1B99}" srcId="{95CF4555-B553-429F-9A27-E1D3EAD3B811}" destId="{3D4BDA7B-183D-4792-9A1B-CE57346B267A}" srcOrd="1" destOrd="0" parTransId="{F7EEBA7D-90CE-4CCF-AADD-14FDBD808C27}" sibTransId="{C601E3D6-A668-454B-8228-D95F950FA07C}"/>
    <dgm:cxn modelId="{CF70D562-669C-46D3-8F52-487C515B543B}" type="presParOf" srcId="{3986F5D9-3F31-4911-AFC6-23355076CE34}" destId="{248982A5-AA65-4F50-AC65-48B289BEF2B7}" srcOrd="0" destOrd="0" presId="urn:microsoft.com/office/officeart/2005/8/layout/vList2"/>
    <dgm:cxn modelId="{0638E32C-64B8-46E1-9056-66664563CDD4}" type="presParOf" srcId="{3986F5D9-3F31-4911-AFC6-23355076CE34}" destId="{51741D29-B8F0-4A77-95CD-394480920579}" srcOrd="1" destOrd="0" presId="urn:microsoft.com/office/officeart/2005/8/layout/vList2"/>
    <dgm:cxn modelId="{3F494B42-BF17-4103-989E-02183DD18A76}" type="presParOf" srcId="{3986F5D9-3F31-4911-AFC6-23355076CE34}" destId="{5FBDCA77-F9E1-4012-995B-C1073B6F536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528A13-EE01-4CE7-9CD6-2E785DD46661}">
      <dsp:nvSpPr>
        <dsp:cNvPr id="0" name=""/>
        <dsp:cNvSpPr/>
      </dsp:nvSpPr>
      <dsp:spPr>
        <a:xfrm>
          <a:off x="0" y="48456"/>
          <a:ext cx="5619853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Global fintech payment processor</a:t>
          </a:r>
          <a:endParaRPr lang="en-US" sz="2100" kern="1200"/>
        </a:p>
      </dsp:txBody>
      <dsp:txXfrm>
        <a:off x="40724" y="89180"/>
        <a:ext cx="5538405" cy="752780"/>
      </dsp:txXfrm>
    </dsp:sp>
    <dsp:sp modelId="{560CCF4A-B00E-4E53-82CE-2B31FA8BA7EC}">
      <dsp:nvSpPr>
        <dsp:cNvPr id="0" name=""/>
        <dsp:cNvSpPr/>
      </dsp:nvSpPr>
      <dsp:spPr>
        <a:xfrm>
          <a:off x="0" y="943165"/>
          <a:ext cx="5619853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Operations across US, EU, APAC</a:t>
          </a:r>
          <a:endParaRPr lang="en-US" sz="2100" kern="1200"/>
        </a:p>
      </dsp:txBody>
      <dsp:txXfrm>
        <a:off x="40724" y="983889"/>
        <a:ext cx="5538405" cy="752780"/>
      </dsp:txXfrm>
    </dsp:sp>
    <dsp:sp modelId="{EDC10458-ADF0-4461-B4C5-A6500FE6DB88}">
      <dsp:nvSpPr>
        <dsp:cNvPr id="0" name=""/>
        <dsp:cNvSpPr/>
      </dsp:nvSpPr>
      <dsp:spPr>
        <a:xfrm>
          <a:off x="0" y="1837873"/>
          <a:ext cx="5619853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Handles sensitive financial + PII data</a:t>
          </a:r>
          <a:endParaRPr lang="en-US" sz="2100" kern="1200"/>
        </a:p>
      </dsp:txBody>
      <dsp:txXfrm>
        <a:off x="40724" y="1878597"/>
        <a:ext cx="5538405" cy="752780"/>
      </dsp:txXfrm>
    </dsp:sp>
    <dsp:sp modelId="{A53AD513-03C8-417F-922D-98F943863658}">
      <dsp:nvSpPr>
        <dsp:cNvPr id="0" name=""/>
        <dsp:cNvSpPr/>
      </dsp:nvSpPr>
      <dsp:spPr>
        <a:xfrm>
          <a:off x="0" y="2732581"/>
          <a:ext cx="5619853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Compliance drivers: PCI DSS, GDPR, &amp; SOC2</a:t>
          </a:r>
          <a:endParaRPr lang="en-US" sz="2100" kern="1200" dirty="0"/>
        </a:p>
      </dsp:txBody>
      <dsp:txXfrm>
        <a:off x="40724" y="2773305"/>
        <a:ext cx="5538405" cy="7527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EC765-873C-41C0-9964-61D6FE6226F6}">
      <dsp:nvSpPr>
        <dsp:cNvPr id="0" name=""/>
        <dsp:cNvSpPr/>
      </dsp:nvSpPr>
      <dsp:spPr>
        <a:xfrm>
          <a:off x="0" y="26189"/>
          <a:ext cx="471619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Excessive privileges across teams</a:t>
          </a:r>
          <a:endParaRPr lang="en-US" sz="2300" kern="1200"/>
        </a:p>
      </dsp:txBody>
      <dsp:txXfrm>
        <a:off x="44664" y="70853"/>
        <a:ext cx="4626867" cy="825612"/>
      </dsp:txXfrm>
    </dsp:sp>
    <dsp:sp modelId="{0B9373D0-C9A2-4986-BDF6-013D338394A0}">
      <dsp:nvSpPr>
        <dsp:cNvPr id="0" name=""/>
        <dsp:cNvSpPr/>
      </dsp:nvSpPr>
      <dsp:spPr>
        <a:xfrm>
          <a:off x="0" y="1007369"/>
          <a:ext cx="471619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No centralized governance</a:t>
          </a:r>
          <a:endParaRPr lang="en-US" sz="2300" kern="1200"/>
        </a:p>
      </dsp:txBody>
      <dsp:txXfrm>
        <a:off x="44664" y="1052033"/>
        <a:ext cx="4626867" cy="825612"/>
      </dsp:txXfrm>
    </dsp:sp>
    <dsp:sp modelId="{91E8C55A-38C1-4468-B4DD-187C05FC36A3}">
      <dsp:nvSpPr>
        <dsp:cNvPr id="0" name=""/>
        <dsp:cNvSpPr/>
      </dsp:nvSpPr>
      <dsp:spPr>
        <a:xfrm>
          <a:off x="0" y="1988549"/>
          <a:ext cx="471619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Credential-based attack exposure</a:t>
          </a:r>
          <a:endParaRPr lang="en-US" sz="2300" kern="1200"/>
        </a:p>
      </dsp:txBody>
      <dsp:txXfrm>
        <a:off x="44664" y="2033213"/>
        <a:ext cx="4626867" cy="825612"/>
      </dsp:txXfrm>
    </dsp:sp>
    <dsp:sp modelId="{CCFB91CE-23C4-48E4-94CB-166BE5C1346D}">
      <dsp:nvSpPr>
        <dsp:cNvPr id="0" name=""/>
        <dsp:cNvSpPr/>
      </dsp:nvSpPr>
      <dsp:spPr>
        <a:xfrm>
          <a:off x="0" y="2969729"/>
          <a:ext cx="471619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Legacy authentication still enabled</a:t>
          </a:r>
          <a:endParaRPr lang="en-US" sz="2300" kern="1200"/>
        </a:p>
      </dsp:txBody>
      <dsp:txXfrm>
        <a:off x="44664" y="3014393"/>
        <a:ext cx="4626867" cy="825612"/>
      </dsp:txXfrm>
    </dsp:sp>
    <dsp:sp modelId="{F88ED68D-BAD1-4F73-8406-A61F1A2BF6A9}">
      <dsp:nvSpPr>
        <dsp:cNvPr id="0" name=""/>
        <dsp:cNvSpPr/>
      </dsp:nvSpPr>
      <dsp:spPr>
        <a:xfrm>
          <a:off x="0" y="3950910"/>
          <a:ext cx="471619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No periodic access reviews</a:t>
          </a:r>
          <a:endParaRPr lang="en-US" sz="2300" kern="1200"/>
        </a:p>
      </dsp:txBody>
      <dsp:txXfrm>
        <a:off x="44664" y="3995574"/>
        <a:ext cx="4626867" cy="8256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3F7812-1DA9-420B-8A36-3B2E9632788A}">
      <dsp:nvSpPr>
        <dsp:cNvPr id="0" name=""/>
        <dsp:cNvSpPr/>
      </dsp:nvSpPr>
      <dsp:spPr>
        <a:xfrm>
          <a:off x="0" y="26189"/>
          <a:ext cx="471619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Microsoft Entra ID as the identity control plane</a:t>
          </a:r>
          <a:endParaRPr lang="en-US" sz="2300" kern="1200"/>
        </a:p>
      </dsp:txBody>
      <dsp:txXfrm>
        <a:off x="44664" y="70853"/>
        <a:ext cx="4626867" cy="825612"/>
      </dsp:txXfrm>
    </dsp:sp>
    <dsp:sp modelId="{2EA0B8C3-52F2-40FA-9694-13237B3208B2}">
      <dsp:nvSpPr>
        <dsp:cNvPr id="0" name=""/>
        <dsp:cNvSpPr/>
      </dsp:nvSpPr>
      <dsp:spPr>
        <a:xfrm>
          <a:off x="0" y="1007369"/>
          <a:ext cx="471619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Zero Trust security model</a:t>
          </a:r>
          <a:endParaRPr lang="en-US" sz="2300" kern="1200"/>
        </a:p>
      </dsp:txBody>
      <dsp:txXfrm>
        <a:off x="44664" y="1052033"/>
        <a:ext cx="4626867" cy="825612"/>
      </dsp:txXfrm>
    </dsp:sp>
    <dsp:sp modelId="{CAB20E5E-62B3-46B0-8CCA-588BE208B533}">
      <dsp:nvSpPr>
        <dsp:cNvPr id="0" name=""/>
        <dsp:cNvSpPr/>
      </dsp:nvSpPr>
      <dsp:spPr>
        <a:xfrm>
          <a:off x="0" y="1988549"/>
          <a:ext cx="471619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Role-based access control (RBAC)</a:t>
          </a:r>
          <a:endParaRPr lang="en-US" sz="2300" kern="1200"/>
        </a:p>
      </dsp:txBody>
      <dsp:txXfrm>
        <a:off x="44664" y="2033213"/>
        <a:ext cx="4626867" cy="825612"/>
      </dsp:txXfrm>
    </dsp:sp>
    <dsp:sp modelId="{40EBA55F-D96A-4FF9-834E-341583B36AC1}">
      <dsp:nvSpPr>
        <dsp:cNvPr id="0" name=""/>
        <dsp:cNvSpPr/>
      </dsp:nvSpPr>
      <dsp:spPr>
        <a:xfrm>
          <a:off x="0" y="2969729"/>
          <a:ext cx="471619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Conditional Access enforcement</a:t>
          </a:r>
          <a:endParaRPr lang="en-US" sz="2300" kern="1200"/>
        </a:p>
      </dsp:txBody>
      <dsp:txXfrm>
        <a:off x="44664" y="3014393"/>
        <a:ext cx="4626867" cy="825612"/>
      </dsp:txXfrm>
    </dsp:sp>
    <dsp:sp modelId="{E3C0DC35-EBEE-435B-ADD5-E509FFDEC485}">
      <dsp:nvSpPr>
        <dsp:cNvPr id="0" name=""/>
        <dsp:cNvSpPr/>
      </dsp:nvSpPr>
      <dsp:spPr>
        <a:xfrm>
          <a:off x="0" y="3950910"/>
          <a:ext cx="471619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Automated identity governance</a:t>
          </a:r>
          <a:endParaRPr lang="en-US" sz="2300" kern="1200"/>
        </a:p>
      </dsp:txBody>
      <dsp:txXfrm>
        <a:off x="44664" y="3995574"/>
        <a:ext cx="4626867" cy="8256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D29278-626B-4039-835A-81870BB30D5E}">
      <dsp:nvSpPr>
        <dsp:cNvPr id="0" name=""/>
        <dsp:cNvSpPr/>
      </dsp:nvSpPr>
      <dsp:spPr>
        <a:xfrm>
          <a:off x="0" y="46153"/>
          <a:ext cx="4969554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Users → Groups → Roles → Applications</a:t>
          </a:r>
          <a:endParaRPr lang="en-US" sz="2100" kern="1200"/>
        </a:p>
      </dsp:txBody>
      <dsp:txXfrm>
        <a:off x="40780" y="86933"/>
        <a:ext cx="4887994" cy="753819"/>
      </dsp:txXfrm>
    </dsp:sp>
    <dsp:sp modelId="{1FF07E0A-B4B8-47B8-8BD7-82D8D4C1AB36}">
      <dsp:nvSpPr>
        <dsp:cNvPr id="0" name=""/>
        <dsp:cNvSpPr/>
      </dsp:nvSpPr>
      <dsp:spPr>
        <a:xfrm>
          <a:off x="0" y="942013"/>
          <a:ext cx="4969554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Centralized identity provider</a:t>
          </a:r>
          <a:endParaRPr lang="en-US" sz="2100" kern="1200"/>
        </a:p>
      </dsp:txBody>
      <dsp:txXfrm>
        <a:off x="40780" y="982793"/>
        <a:ext cx="4887994" cy="753819"/>
      </dsp:txXfrm>
    </dsp:sp>
    <dsp:sp modelId="{65720A75-2FEE-44FD-A31F-01A6D02A6091}">
      <dsp:nvSpPr>
        <dsp:cNvPr id="0" name=""/>
        <dsp:cNvSpPr/>
      </dsp:nvSpPr>
      <dsp:spPr>
        <a:xfrm>
          <a:off x="0" y="1837873"/>
          <a:ext cx="4969554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Identity as the new security perimeter</a:t>
          </a:r>
          <a:endParaRPr lang="en-US" sz="2100" kern="1200"/>
        </a:p>
      </dsp:txBody>
      <dsp:txXfrm>
        <a:off x="40780" y="1878653"/>
        <a:ext cx="4887994" cy="753819"/>
      </dsp:txXfrm>
    </dsp:sp>
    <dsp:sp modelId="{90EAB6D3-477F-49D1-8F82-95B26CDE7BCC}">
      <dsp:nvSpPr>
        <dsp:cNvPr id="0" name=""/>
        <dsp:cNvSpPr/>
      </dsp:nvSpPr>
      <dsp:spPr>
        <a:xfrm>
          <a:off x="0" y="2733733"/>
          <a:ext cx="4969554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Standardized access patterns</a:t>
          </a:r>
          <a:endParaRPr lang="en-US" sz="2100" kern="1200"/>
        </a:p>
      </dsp:txBody>
      <dsp:txXfrm>
        <a:off x="40780" y="2774513"/>
        <a:ext cx="4887994" cy="7538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6DC18-F3AF-4864-B691-6CEFEC578FB0}">
      <dsp:nvSpPr>
        <dsp:cNvPr id="0" name=""/>
        <dsp:cNvSpPr/>
      </dsp:nvSpPr>
      <dsp:spPr>
        <a:xfrm>
          <a:off x="0" y="13500"/>
          <a:ext cx="4716195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kern="1200"/>
            <a:t>Department-based groups</a:t>
          </a:r>
          <a:endParaRPr lang="en-US" sz="2900" kern="1200"/>
        </a:p>
      </dsp:txBody>
      <dsp:txXfrm>
        <a:off x="56315" y="69815"/>
        <a:ext cx="4603565" cy="1040990"/>
      </dsp:txXfrm>
    </dsp:sp>
    <dsp:sp modelId="{5FD5241E-5842-4357-8E9F-6C14A5AF02DC}">
      <dsp:nvSpPr>
        <dsp:cNvPr id="0" name=""/>
        <dsp:cNvSpPr/>
      </dsp:nvSpPr>
      <dsp:spPr>
        <a:xfrm>
          <a:off x="0" y="1250640"/>
          <a:ext cx="4716195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kern="1200"/>
            <a:t>Region-based groups</a:t>
          </a:r>
          <a:endParaRPr lang="en-US" sz="2900" kern="1200"/>
        </a:p>
      </dsp:txBody>
      <dsp:txXfrm>
        <a:off x="56315" y="1306955"/>
        <a:ext cx="4603565" cy="1040990"/>
      </dsp:txXfrm>
    </dsp:sp>
    <dsp:sp modelId="{FF26BB19-0FF9-4661-82C3-5E55E08C8B40}">
      <dsp:nvSpPr>
        <dsp:cNvPr id="0" name=""/>
        <dsp:cNvSpPr/>
      </dsp:nvSpPr>
      <dsp:spPr>
        <a:xfrm>
          <a:off x="0" y="2487779"/>
          <a:ext cx="4716195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kern="1200"/>
            <a:t>Admin-tier groups</a:t>
          </a:r>
          <a:endParaRPr lang="en-US" sz="2900" kern="1200"/>
        </a:p>
      </dsp:txBody>
      <dsp:txXfrm>
        <a:off x="56315" y="2544094"/>
        <a:ext cx="4603565" cy="1040990"/>
      </dsp:txXfrm>
    </dsp:sp>
    <dsp:sp modelId="{7372400B-9678-416F-A222-50CB9E6290ED}">
      <dsp:nvSpPr>
        <dsp:cNvPr id="0" name=""/>
        <dsp:cNvSpPr/>
      </dsp:nvSpPr>
      <dsp:spPr>
        <a:xfrm>
          <a:off x="0" y="3724920"/>
          <a:ext cx="4716195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kern="1200"/>
            <a:t>Group-based access provisioning</a:t>
          </a:r>
          <a:endParaRPr lang="en-US" sz="2900" kern="1200"/>
        </a:p>
      </dsp:txBody>
      <dsp:txXfrm>
        <a:off x="56315" y="3781235"/>
        <a:ext cx="4603565" cy="10409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142CB4-4006-454F-8316-211EF05FA6E9}">
      <dsp:nvSpPr>
        <dsp:cNvPr id="0" name=""/>
        <dsp:cNvSpPr/>
      </dsp:nvSpPr>
      <dsp:spPr>
        <a:xfrm>
          <a:off x="0" y="349278"/>
          <a:ext cx="4716195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Least privilege enforcement</a:t>
          </a:r>
          <a:endParaRPr lang="en-US" sz="1800" kern="1200"/>
        </a:p>
      </dsp:txBody>
      <dsp:txXfrm>
        <a:off x="21075" y="370353"/>
        <a:ext cx="4674045" cy="389580"/>
      </dsp:txXfrm>
    </dsp:sp>
    <dsp:sp modelId="{B4736BA6-9355-4D67-A7A8-F527E2196E84}">
      <dsp:nvSpPr>
        <dsp:cNvPr id="0" name=""/>
        <dsp:cNvSpPr/>
      </dsp:nvSpPr>
      <dsp:spPr>
        <a:xfrm>
          <a:off x="0" y="832848"/>
          <a:ext cx="4716195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Roles assigned to groups, not individuals</a:t>
          </a:r>
          <a:endParaRPr lang="en-US" sz="1800" kern="1200"/>
        </a:p>
      </dsp:txBody>
      <dsp:txXfrm>
        <a:off x="21075" y="853923"/>
        <a:ext cx="4674045" cy="389580"/>
      </dsp:txXfrm>
    </dsp:sp>
    <dsp:sp modelId="{D7DDCB78-15D2-4A76-9BD9-4EB32E87D51A}">
      <dsp:nvSpPr>
        <dsp:cNvPr id="0" name=""/>
        <dsp:cNvSpPr/>
      </dsp:nvSpPr>
      <dsp:spPr>
        <a:xfrm>
          <a:off x="0" y="1316418"/>
          <a:ext cx="4716195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Fraud → Fraud systems</a:t>
          </a:r>
          <a:endParaRPr lang="en-US" sz="1800" kern="1200"/>
        </a:p>
      </dsp:txBody>
      <dsp:txXfrm>
        <a:off x="21075" y="1337493"/>
        <a:ext cx="4674045" cy="389580"/>
      </dsp:txXfrm>
    </dsp:sp>
    <dsp:sp modelId="{F257FB86-2EB8-4C00-9ED6-430CE2FEB09A}">
      <dsp:nvSpPr>
        <dsp:cNvPr id="0" name=""/>
        <dsp:cNvSpPr/>
      </dsp:nvSpPr>
      <dsp:spPr>
        <a:xfrm>
          <a:off x="0" y="1799988"/>
          <a:ext cx="4716195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Support → CRM only</a:t>
          </a:r>
          <a:endParaRPr lang="en-US" sz="1800" kern="1200"/>
        </a:p>
      </dsp:txBody>
      <dsp:txXfrm>
        <a:off x="21075" y="1821063"/>
        <a:ext cx="4674045" cy="389580"/>
      </dsp:txXfrm>
    </dsp:sp>
    <dsp:sp modelId="{D12F5AC8-2325-45D2-A7CA-FDFA303B2C3A}">
      <dsp:nvSpPr>
        <dsp:cNvPr id="0" name=""/>
        <dsp:cNvSpPr/>
      </dsp:nvSpPr>
      <dsp:spPr>
        <a:xfrm>
          <a:off x="0" y="2283558"/>
          <a:ext cx="4716195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Compliance → Compliance systems</a:t>
          </a:r>
          <a:endParaRPr lang="en-US" sz="1800" kern="1200"/>
        </a:p>
      </dsp:txBody>
      <dsp:txXfrm>
        <a:off x="21075" y="2304633"/>
        <a:ext cx="4674045" cy="3895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9BD7A-96D8-49E9-8362-8D1921CC429C}">
      <dsp:nvSpPr>
        <dsp:cNvPr id="0" name=""/>
        <dsp:cNvSpPr/>
      </dsp:nvSpPr>
      <dsp:spPr>
        <a:xfrm>
          <a:off x="0" y="13500"/>
          <a:ext cx="4716195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kern="1200"/>
            <a:t>Verify explicitly (MFA, risk-based access)</a:t>
          </a:r>
          <a:endParaRPr lang="en-US" sz="2900" kern="1200"/>
        </a:p>
      </dsp:txBody>
      <dsp:txXfrm>
        <a:off x="56315" y="69815"/>
        <a:ext cx="4603565" cy="1040990"/>
      </dsp:txXfrm>
    </dsp:sp>
    <dsp:sp modelId="{EC6917D0-0297-4436-B525-E28D970DF860}">
      <dsp:nvSpPr>
        <dsp:cNvPr id="0" name=""/>
        <dsp:cNvSpPr/>
      </dsp:nvSpPr>
      <dsp:spPr>
        <a:xfrm>
          <a:off x="0" y="1250640"/>
          <a:ext cx="4716195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kern="1200" dirty="0"/>
            <a:t>Enforce least privilege</a:t>
          </a:r>
          <a:endParaRPr lang="en-US" sz="2900" kern="1200" dirty="0"/>
        </a:p>
      </dsp:txBody>
      <dsp:txXfrm>
        <a:off x="56315" y="1306955"/>
        <a:ext cx="4603565" cy="1040990"/>
      </dsp:txXfrm>
    </dsp:sp>
    <dsp:sp modelId="{36800007-4FE2-4392-80E9-238BE9B04CDF}">
      <dsp:nvSpPr>
        <dsp:cNvPr id="0" name=""/>
        <dsp:cNvSpPr/>
      </dsp:nvSpPr>
      <dsp:spPr>
        <a:xfrm>
          <a:off x="0" y="2487779"/>
          <a:ext cx="4716195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kern="1200"/>
            <a:t>Assume breach</a:t>
          </a:r>
          <a:endParaRPr lang="en-US" sz="2900" kern="1200"/>
        </a:p>
      </dsp:txBody>
      <dsp:txXfrm>
        <a:off x="56315" y="2544094"/>
        <a:ext cx="4603565" cy="1040990"/>
      </dsp:txXfrm>
    </dsp:sp>
    <dsp:sp modelId="{CC066B2D-BB3E-4625-A0F8-8A76BEBC0479}">
      <dsp:nvSpPr>
        <dsp:cNvPr id="0" name=""/>
        <dsp:cNvSpPr/>
      </dsp:nvSpPr>
      <dsp:spPr>
        <a:xfrm>
          <a:off x="0" y="3724920"/>
          <a:ext cx="4716195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kern="1200"/>
            <a:t>Conditional Access as enforcement layer</a:t>
          </a:r>
          <a:endParaRPr lang="en-US" sz="2900" kern="1200"/>
        </a:p>
      </dsp:txBody>
      <dsp:txXfrm>
        <a:off x="56315" y="3781235"/>
        <a:ext cx="4603565" cy="104099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3390E1-7D91-4C8D-8EFC-EC4E7F644AB2}">
      <dsp:nvSpPr>
        <dsp:cNvPr id="0" name=""/>
        <dsp:cNvSpPr/>
      </dsp:nvSpPr>
      <dsp:spPr>
        <a:xfrm>
          <a:off x="0" y="427461"/>
          <a:ext cx="4969554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MFA required for all users</a:t>
          </a:r>
          <a:endParaRPr lang="en-US" sz="2100" kern="1200"/>
        </a:p>
      </dsp:txBody>
      <dsp:txXfrm>
        <a:off x="24588" y="452049"/>
        <a:ext cx="4920378" cy="454509"/>
      </dsp:txXfrm>
    </dsp:sp>
    <dsp:sp modelId="{97CDA6CC-63F4-421E-A3CD-B453A1DE6EEE}">
      <dsp:nvSpPr>
        <dsp:cNvPr id="0" name=""/>
        <dsp:cNvSpPr/>
      </dsp:nvSpPr>
      <dsp:spPr>
        <a:xfrm>
          <a:off x="0" y="991626"/>
          <a:ext cx="4969554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Legacy authentication blocked</a:t>
          </a:r>
          <a:endParaRPr lang="en-US" sz="2100" kern="1200"/>
        </a:p>
      </dsp:txBody>
      <dsp:txXfrm>
        <a:off x="24588" y="1016214"/>
        <a:ext cx="4920378" cy="454509"/>
      </dsp:txXfrm>
    </dsp:sp>
    <dsp:sp modelId="{6D68C3D4-3C69-470C-808B-98727A7F0FE2}">
      <dsp:nvSpPr>
        <dsp:cNvPr id="0" name=""/>
        <dsp:cNvSpPr/>
      </dsp:nvSpPr>
      <dsp:spPr>
        <a:xfrm>
          <a:off x="0" y="1555790"/>
          <a:ext cx="4969554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Admin accounts protected with PIM</a:t>
          </a:r>
          <a:endParaRPr lang="en-US" sz="2100" kern="1200"/>
        </a:p>
      </dsp:txBody>
      <dsp:txXfrm>
        <a:off x="24588" y="1580378"/>
        <a:ext cx="4920378" cy="454509"/>
      </dsp:txXfrm>
    </dsp:sp>
    <dsp:sp modelId="{B691CA7C-D3E9-4F02-80E3-DC99DCCBA77B}">
      <dsp:nvSpPr>
        <dsp:cNvPr id="0" name=""/>
        <dsp:cNvSpPr/>
      </dsp:nvSpPr>
      <dsp:spPr>
        <a:xfrm>
          <a:off x="0" y="2119955"/>
          <a:ext cx="4969554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Risk-based Conditional Access</a:t>
          </a:r>
          <a:endParaRPr lang="en-US" sz="2100" kern="1200"/>
        </a:p>
      </dsp:txBody>
      <dsp:txXfrm>
        <a:off x="24588" y="2144543"/>
        <a:ext cx="4920378" cy="454509"/>
      </dsp:txXfrm>
    </dsp:sp>
    <dsp:sp modelId="{7C6A52D3-406E-4F14-BF14-9CDA12E178D5}">
      <dsp:nvSpPr>
        <dsp:cNvPr id="0" name=""/>
        <dsp:cNvSpPr/>
      </dsp:nvSpPr>
      <dsp:spPr>
        <a:xfrm>
          <a:off x="0" y="2684120"/>
          <a:ext cx="4969554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Device-based access restrictions</a:t>
          </a:r>
          <a:endParaRPr lang="en-US" sz="2100" kern="1200"/>
        </a:p>
      </dsp:txBody>
      <dsp:txXfrm>
        <a:off x="24588" y="2708708"/>
        <a:ext cx="4920378" cy="45450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0AC7DA-0EC3-471B-BB26-9FF6D4532B65}">
      <dsp:nvSpPr>
        <dsp:cNvPr id="0" name=""/>
        <dsp:cNvSpPr/>
      </dsp:nvSpPr>
      <dsp:spPr>
        <a:xfrm>
          <a:off x="0" y="296015"/>
          <a:ext cx="5619853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Reduced unauthorized access</a:t>
          </a:r>
          <a:endParaRPr lang="en-US" sz="2300" kern="1200"/>
        </a:p>
      </dsp:txBody>
      <dsp:txXfrm>
        <a:off x="26930" y="322945"/>
        <a:ext cx="5565993" cy="497795"/>
      </dsp:txXfrm>
    </dsp:sp>
    <dsp:sp modelId="{82E19740-31B8-4B18-B1B2-EFFF9B9B0DE7}">
      <dsp:nvSpPr>
        <dsp:cNvPr id="0" name=""/>
        <dsp:cNvSpPr/>
      </dsp:nvSpPr>
      <dsp:spPr>
        <a:xfrm>
          <a:off x="0" y="913910"/>
          <a:ext cx="5619853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Stronger protection of financial data</a:t>
          </a:r>
          <a:endParaRPr lang="en-US" sz="2300" kern="1200"/>
        </a:p>
      </dsp:txBody>
      <dsp:txXfrm>
        <a:off x="26930" y="940840"/>
        <a:ext cx="5565993" cy="497795"/>
      </dsp:txXfrm>
    </dsp:sp>
    <dsp:sp modelId="{4D134AA7-196C-4D25-96AF-52390783BA59}">
      <dsp:nvSpPr>
        <dsp:cNvPr id="0" name=""/>
        <dsp:cNvSpPr/>
      </dsp:nvSpPr>
      <dsp:spPr>
        <a:xfrm>
          <a:off x="0" y="1531805"/>
          <a:ext cx="5619853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PCI DSS alignment</a:t>
          </a:r>
          <a:endParaRPr lang="en-US" sz="2300" kern="1200"/>
        </a:p>
      </dsp:txBody>
      <dsp:txXfrm>
        <a:off x="26930" y="1558735"/>
        <a:ext cx="5565993" cy="497795"/>
      </dsp:txXfrm>
    </dsp:sp>
    <dsp:sp modelId="{4CD797E0-23A9-42A6-ACB9-E4B1F8D9F5DB}">
      <dsp:nvSpPr>
        <dsp:cNvPr id="0" name=""/>
        <dsp:cNvSpPr/>
      </dsp:nvSpPr>
      <dsp:spPr>
        <a:xfrm>
          <a:off x="0" y="2149701"/>
          <a:ext cx="5619853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Improved audit readiness</a:t>
          </a:r>
          <a:endParaRPr lang="en-US" sz="2300" kern="1200"/>
        </a:p>
      </dsp:txBody>
      <dsp:txXfrm>
        <a:off x="26930" y="2176631"/>
        <a:ext cx="5565993" cy="497795"/>
      </dsp:txXfrm>
    </dsp:sp>
    <dsp:sp modelId="{573004D0-15C2-476C-80CE-87E69F7D8457}">
      <dsp:nvSpPr>
        <dsp:cNvPr id="0" name=""/>
        <dsp:cNvSpPr/>
      </dsp:nvSpPr>
      <dsp:spPr>
        <a:xfrm>
          <a:off x="0" y="2767596"/>
          <a:ext cx="5619853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Streamlined access lifecycle</a:t>
          </a:r>
          <a:endParaRPr lang="en-US" sz="2300" kern="1200"/>
        </a:p>
      </dsp:txBody>
      <dsp:txXfrm>
        <a:off x="26930" y="2794526"/>
        <a:ext cx="5565993" cy="49779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0C8FC1-ECC2-477E-B3AF-DE0201C7CFFE}">
      <dsp:nvSpPr>
        <dsp:cNvPr id="0" name=""/>
        <dsp:cNvSpPr/>
      </dsp:nvSpPr>
      <dsp:spPr>
        <a:xfrm>
          <a:off x="0" y="605789"/>
          <a:ext cx="471619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Microsoft Entra ID</a:t>
          </a:r>
          <a:endParaRPr lang="en-US" sz="2800" kern="1200"/>
        </a:p>
      </dsp:txBody>
      <dsp:txXfrm>
        <a:off x="32784" y="638573"/>
        <a:ext cx="4650627" cy="606012"/>
      </dsp:txXfrm>
    </dsp:sp>
    <dsp:sp modelId="{A4A8F54E-58F8-419D-BF15-B365BF573974}">
      <dsp:nvSpPr>
        <dsp:cNvPr id="0" name=""/>
        <dsp:cNvSpPr/>
      </dsp:nvSpPr>
      <dsp:spPr>
        <a:xfrm>
          <a:off x="0" y="1358009"/>
          <a:ext cx="471619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IAM Architecture</a:t>
          </a:r>
          <a:endParaRPr lang="en-US" sz="2800" kern="1200"/>
        </a:p>
      </dsp:txBody>
      <dsp:txXfrm>
        <a:off x="32784" y="1390793"/>
        <a:ext cx="4650627" cy="606012"/>
      </dsp:txXfrm>
    </dsp:sp>
    <dsp:sp modelId="{F26890AD-9275-4EF0-B8EF-97BD1013C9FB}">
      <dsp:nvSpPr>
        <dsp:cNvPr id="0" name=""/>
        <dsp:cNvSpPr/>
      </dsp:nvSpPr>
      <dsp:spPr>
        <a:xfrm>
          <a:off x="0" y="2110230"/>
          <a:ext cx="471619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RBAC Design</a:t>
          </a:r>
          <a:endParaRPr lang="en-US" sz="2800" kern="1200"/>
        </a:p>
      </dsp:txBody>
      <dsp:txXfrm>
        <a:off x="32784" y="2143014"/>
        <a:ext cx="4650627" cy="606012"/>
      </dsp:txXfrm>
    </dsp:sp>
    <dsp:sp modelId="{09DE3BFD-49E0-41BD-A5A2-744B11586901}">
      <dsp:nvSpPr>
        <dsp:cNvPr id="0" name=""/>
        <dsp:cNvSpPr/>
      </dsp:nvSpPr>
      <dsp:spPr>
        <a:xfrm>
          <a:off x="0" y="2862450"/>
          <a:ext cx="471619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Conditional Access</a:t>
          </a:r>
          <a:endParaRPr lang="en-US" sz="2800" kern="1200"/>
        </a:p>
      </dsp:txBody>
      <dsp:txXfrm>
        <a:off x="32784" y="2895234"/>
        <a:ext cx="4650627" cy="606012"/>
      </dsp:txXfrm>
    </dsp:sp>
    <dsp:sp modelId="{8EAAB8A0-0BCE-4C7C-84DA-235388AFD7AB}">
      <dsp:nvSpPr>
        <dsp:cNvPr id="0" name=""/>
        <dsp:cNvSpPr/>
      </dsp:nvSpPr>
      <dsp:spPr>
        <a:xfrm>
          <a:off x="0" y="3614670"/>
          <a:ext cx="471619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Zero Trust Implementation</a:t>
          </a:r>
          <a:endParaRPr lang="en-US" sz="2800" kern="1200"/>
        </a:p>
      </dsp:txBody>
      <dsp:txXfrm>
        <a:off x="32784" y="3647454"/>
        <a:ext cx="4650627" cy="60601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8982A5-AA65-4F50-AC65-48B289BEF2B7}">
      <dsp:nvSpPr>
        <dsp:cNvPr id="0" name=""/>
        <dsp:cNvSpPr/>
      </dsp:nvSpPr>
      <dsp:spPr>
        <a:xfrm>
          <a:off x="0" y="47233"/>
          <a:ext cx="5619853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Identity is the foundation of modern security. I’m passionate about designing secure, scalable IAM solutions that protect critical systems and enable business growth.</a:t>
          </a:r>
          <a:endParaRPr lang="en-US" sz="2000" kern="1200"/>
        </a:p>
      </dsp:txBody>
      <dsp:txXfrm>
        <a:off x="84530" y="131763"/>
        <a:ext cx="5450793" cy="1562540"/>
      </dsp:txXfrm>
    </dsp:sp>
    <dsp:sp modelId="{5FBDCA77-F9E1-4012-995B-C1073B6F536A}">
      <dsp:nvSpPr>
        <dsp:cNvPr id="0" name=""/>
        <dsp:cNvSpPr/>
      </dsp:nvSpPr>
      <dsp:spPr>
        <a:xfrm>
          <a:off x="0" y="1836433"/>
          <a:ext cx="5619853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Open to IAM &amp; Cybersecurity opportunities.</a:t>
          </a:r>
          <a:endParaRPr lang="en-US" sz="2000" kern="1200"/>
        </a:p>
      </dsp:txBody>
      <dsp:txXfrm>
        <a:off x="84530" y="1920963"/>
        <a:ext cx="5450793" cy="1562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262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7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3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49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0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3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0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05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91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54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4923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39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5921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0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9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1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481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3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10" Type="http://schemas.openxmlformats.org/officeDocument/2006/relationships/image" Target="../media/image6.pn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7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1.jpe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2.jpe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3" y="2"/>
            <a:ext cx="91440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7" name="Snip Diagonal Corner Rectangle 6">
            <a:extLst>
              <a:ext uri="{FF2B5EF4-FFF2-40B4-BE49-F238E27FC236}">
                <a16:creationId xmlns:a16="http://schemas.microsoft.com/office/drawing/2014/main" id="{2D5EEA8B-2D86-4D1D-96B3-6B8290303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3" y="2"/>
            <a:ext cx="9143307" cy="6857998"/>
          </a:xfrm>
          <a:prstGeom prst="snip2DiagRect">
            <a:avLst>
              <a:gd name="adj1" fmla="val 0"/>
              <a:gd name="adj2" fmla="val 3760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6733" y="685799"/>
            <a:ext cx="6000750" cy="2971801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SecurePay IAM Modernization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6733" y="3843867"/>
            <a:ext cx="4800600" cy="1947333"/>
          </a:xfrm>
        </p:spPr>
        <p:txBody>
          <a:bodyPr>
            <a:normAutofit/>
          </a:bodyPr>
          <a:lstStyle/>
          <a:p>
            <a:r>
              <a:rPr lang="en-US" b="0">
                <a:latin typeface="Calibri"/>
              </a:rPr>
              <a:t>Designing a Zero Trust Identity Architecture with Microsoft Entra ID</a:t>
            </a:r>
          </a:p>
          <a:p>
            <a:endParaRPr lang="en-US" b="0">
              <a:latin typeface="Calibri"/>
            </a:endParaRPr>
          </a:p>
          <a:p>
            <a:r>
              <a:rPr lang="en-US" b="0">
                <a:latin typeface="Calibri"/>
              </a:rPr>
              <a:t>Kamira Sherman | IAM &amp; Cybersecurity Professional</a:t>
            </a:r>
            <a:endParaRPr lang="en-US" b="0" dirty="0">
              <a:latin typeface="Calibri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29448D9-8F1D-4CFE-93BA-E0272F0DB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5657850" cy="1507067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/>
              </a:rPr>
              <a:t>Company Overview</a:t>
            </a:r>
            <a:endParaRPr lang="en-US" b="1">
              <a:latin typeface="Calibri"/>
            </a:endParaRP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8F9C84C9-D1B1-302B-5374-5D09508964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5959833"/>
              </p:ext>
            </p:extLst>
          </p:nvPr>
        </p:nvGraphicFramePr>
        <p:xfrm>
          <a:off x="513158" y="685800"/>
          <a:ext cx="5619853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 descr="Digital financial graphs in 3D">
            <a:extLst>
              <a:ext uri="{FF2B5EF4-FFF2-40B4-BE49-F238E27FC236}">
                <a16:creationId xmlns:a16="http://schemas.microsoft.com/office/drawing/2014/main" id="{05A53CE7-F98C-351C-859A-4324CED3124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8465" r="22868" b="-2"/>
          <a:stretch>
            <a:fillRect/>
          </a:stretch>
        </p:blipFill>
        <p:spPr>
          <a:xfrm>
            <a:off x="6615452" y="10"/>
            <a:ext cx="2528548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4749DEA-AC6C-4834-A330-03A1796B8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0CBC5D1-BAF0-454E-9D7C-68370AA95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ABB9F45-32F7-4915-A94F-F1E34B32D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EA6F09-00FD-4C50-A2DF-D0B1CC4C9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B8B975B-2618-4734-A401-FAB74519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EF4B123-0577-4F10-986B-6BD86396A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685799"/>
            <a:ext cx="2810333" cy="4892040"/>
          </a:xfrm>
        </p:spPr>
        <p:txBody>
          <a:bodyPr>
            <a:normAutofit/>
          </a:bodyPr>
          <a:lstStyle/>
          <a:p>
            <a:pPr algn="r"/>
            <a:r>
              <a:rPr lang="en-US" b="1">
                <a:latin typeface="Calibri"/>
              </a:rPr>
              <a:t>Identity &amp; Access Risks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8087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B0BBA681-4A3D-B1C9-6F34-5635D4ED25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34971" y="685799"/>
          <a:ext cx="4716195" cy="4892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685799"/>
            <a:ext cx="2810333" cy="4892040"/>
          </a:xfrm>
        </p:spPr>
        <p:txBody>
          <a:bodyPr>
            <a:normAutofit/>
          </a:bodyPr>
          <a:lstStyle/>
          <a:p>
            <a:pPr algn="r"/>
            <a:r>
              <a:rPr lang="en-US" b="1">
                <a:latin typeface="Calibri"/>
              </a:rPr>
              <a:t>IAM Strategy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8087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11E8DC40-34B6-F0E6-CF3A-3311058B41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34971" y="685799"/>
          <a:ext cx="4716195" cy="4892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9403C7F-76AE-4587-92A2-D4E41EBE6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3934" y="4487332"/>
            <a:ext cx="4220368" cy="15070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>
                <a:latin typeface="Calibri"/>
              </a:rPr>
              <a:t>Identity Architecture Overview</a:t>
            </a:r>
          </a:p>
        </p:txBody>
      </p:sp>
      <p:pic>
        <p:nvPicPr>
          <p:cNvPr id="22" name="Picture 21" descr="Blue blocks and networks technology background">
            <a:extLst>
              <a:ext uri="{FF2B5EF4-FFF2-40B4-BE49-F238E27FC236}">
                <a16:creationId xmlns:a16="http://schemas.microsoft.com/office/drawing/2014/main" id="{02F13C05-EE51-D24B-B80E-06EC78B232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73" r="54684" b="-446"/>
          <a:stretch>
            <a:fillRect/>
          </a:stretch>
        </p:blipFill>
        <p:spPr>
          <a:xfrm>
            <a:off x="623" y="10"/>
            <a:ext cx="262651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75EEC6C8-0B45-6198-69A1-4B51A700285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13459" y="685800"/>
          <a:ext cx="4969554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D6C71778-3DDA-4748-AEBB-2A4B75016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A1F5C7D-5183-424E-BD72-BBFC59C5A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848F76E-D8DE-4826-901B-4E409024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AE84420-E672-4A16-8384-42BDDC4A9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44D91EB-FA8D-4FD3-88F8-053F9962B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56B711F-46BD-4789-926C-CF2F01F71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685799"/>
            <a:ext cx="2810333" cy="4892040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latin typeface="Calibri"/>
              </a:rPr>
              <a:t>Identity Structure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8087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F9B5A5E9-F2C4-7B98-CC31-8FC7953863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34971" y="685799"/>
          <a:ext cx="4716195" cy="4892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A5F0BD1-864C-0B62-CB64-7B045464F7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690" y="5844713"/>
            <a:ext cx="3991532" cy="3584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F5A7AB-AA9A-5856-691E-CB0D68E94B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216" y="6359114"/>
            <a:ext cx="3972479" cy="3429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FE1CC2-A545-02E1-EDB4-E4602101F3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7684" y="5831649"/>
            <a:ext cx="2353266" cy="3715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160DFC-90AF-9A87-51E4-D1647D6CE8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67684" y="6319726"/>
            <a:ext cx="2353266" cy="3417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685799"/>
            <a:ext cx="2810333" cy="3064566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latin typeface="Calibri"/>
              </a:rPr>
              <a:t>RBAC Model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8087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622B784C-A8C1-241B-5677-A9EF4D51F4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34971" y="685799"/>
          <a:ext cx="4716195" cy="3064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1284B731-C922-06D7-3A63-F15A92169D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5167" y="5184717"/>
            <a:ext cx="3043287" cy="1219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871" y="359825"/>
            <a:ext cx="2810333" cy="3956371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latin typeface="Calibri"/>
              </a:rPr>
              <a:t>Application Access Model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8087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971" y="315277"/>
            <a:ext cx="4716195" cy="40454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solidFill>
                  <a:schemeClr val="tx1"/>
                </a:solidFill>
                <a:latin typeface="Calibri"/>
              </a:rPr>
              <a:t>Enterprise apps integrated with Entra ID</a:t>
            </a:r>
          </a:p>
          <a:p>
            <a:pPr marL="0" indent="0">
              <a:buNone/>
            </a:pPr>
            <a:r>
              <a:rPr lang="en-US" b="0" dirty="0">
                <a:solidFill>
                  <a:schemeClr val="tx1"/>
                </a:solidFill>
                <a:latin typeface="Calibri"/>
              </a:rPr>
              <a:t>Payment Gateway</a:t>
            </a:r>
          </a:p>
          <a:p>
            <a:pPr marL="0" indent="0">
              <a:buNone/>
            </a:pPr>
            <a:r>
              <a:rPr lang="en-US" b="0" dirty="0">
                <a:solidFill>
                  <a:schemeClr val="tx1"/>
                </a:solidFill>
                <a:latin typeface="Calibri"/>
              </a:rPr>
              <a:t>Fraud Platform</a:t>
            </a:r>
          </a:p>
          <a:p>
            <a:pPr marL="0" indent="0">
              <a:buNone/>
            </a:pPr>
            <a:r>
              <a:rPr lang="en-US" b="0" dirty="0">
                <a:solidFill>
                  <a:schemeClr val="tx1"/>
                </a:solidFill>
                <a:latin typeface="Calibri"/>
              </a:rPr>
              <a:t>CRM</a:t>
            </a:r>
          </a:p>
          <a:p>
            <a:pPr marL="0" indent="0">
              <a:buNone/>
            </a:pPr>
            <a:r>
              <a:rPr lang="en-US" b="0" dirty="0">
                <a:solidFill>
                  <a:schemeClr val="tx1"/>
                </a:solidFill>
                <a:latin typeface="Calibri"/>
              </a:rPr>
              <a:t>Compliance System</a:t>
            </a:r>
          </a:p>
          <a:p>
            <a:pPr marL="0" indent="0">
              <a:buNone/>
            </a:pPr>
            <a:r>
              <a:rPr lang="en-US" b="0" dirty="0">
                <a:solidFill>
                  <a:schemeClr val="tx1"/>
                </a:solidFill>
                <a:latin typeface="Calibri"/>
              </a:rPr>
              <a:t>Group-based assignments for consistency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DF4634-6566-9D7B-CA72-345734B20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005" y="4635611"/>
            <a:ext cx="3030937" cy="10243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FE32DF-8BDD-BED2-DB17-2275A4C51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420" y="4008269"/>
            <a:ext cx="2934109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685799"/>
            <a:ext cx="2810333" cy="4892040"/>
          </a:xfrm>
        </p:spPr>
        <p:txBody>
          <a:bodyPr>
            <a:normAutofit/>
          </a:bodyPr>
          <a:lstStyle/>
          <a:p>
            <a:pPr algn="r"/>
            <a:r>
              <a:rPr lang="en-US" b="1">
                <a:latin typeface="Calibri"/>
              </a:rPr>
              <a:t>Zero Trust Principles Applied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8087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1300EDF-9C94-9F8D-FCCA-6A842ECFD4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919011"/>
              </p:ext>
            </p:extLst>
          </p:nvPr>
        </p:nvGraphicFramePr>
        <p:xfrm>
          <a:off x="3734971" y="685799"/>
          <a:ext cx="4716195" cy="4892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9403C7F-76AE-4587-92A2-D4E41EBE6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3934" y="4487332"/>
            <a:ext cx="4220368" cy="1507067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Security Controls Implemented</a:t>
            </a:r>
          </a:p>
        </p:txBody>
      </p:sp>
      <p:pic>
        <p:nvPicPr>
          <p:cNvPr id="12" name="Picture 11" descr="3D technology art">
            <a:extLst>
              <a:ext uri="{FF2B5EF4-FFF2-40B4-BE49-F238E27FC236}">
                <a16:creationId xmlns:a16="http://schemas.microsoft.com/office/drawing/2014/main" id="{658A5980-E9B0-E1F0-3E30-1FE2DC786C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27" r="44909" b="-1"/>
          <a:stretch>
            <a:fillRect/>
          </a:stretch>
        </p:blipFill>
        <p:spPr>
          <a:xfrm>
            <a:off x="623" y="10"/>
            <a:ext cx="262651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91A38CB0-8B52-9777-7B30-DFD61B3473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13459" y="685800"/>
          <a:ext cx="4969554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D6C71778-3DDA-4748-AEBB-2A4B75016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A1F5C7D-5183-424E-BD72-BBFC59C5A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48F76E-D8DE-4826-901B-4E409024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AE84420-E672-4A16-8384-42BDDC4A9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44D91EB-FA8D-4FD3-88F8-053F9962B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56B711F-46BD-4789-926C-CF2F01F71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29448D9-8F1D-4CFE-93BA-E0272F0DB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5657850" cy="1507067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Business Outcomes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6A91FFAB-E9BE-C0BF-FF62-99D950B09D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3158" y="685800"/>
          <a:ext cx="5619853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 descr="3D Hologram from iPad">
            <a:extLst>
              <a:ext uri="{FF2B5EF4-FFF2-40B4-BE49-F238E27FC236}">
                <a16:creationId xmlns:a16="http://schemas.microsoft.com/office/drawing/2014/main" id="{2BFC153C-95AE-F178-ABE3-E58879C2AD3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042" r="46347" b="-1"/>
          <a:stretch>
            <a:fillRect/>
          </a:stretch>
        </p:blipFill>
        <p:spPr>
          <a:xfrm>
            <a:off x="6615452" y="10"/>
            <a:ext cx="2528548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4749DEA-AC6C-4834-A330-03A1796B8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0CBC5D1-BAF0-454E-9D7C-68370AA95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ABB9F45-32F7-4915-A94F-F1E34B32D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EA6F09-00FD-4C50-A2DF-D0B1CC4C9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B8B975B-2618-4734-A401-FAB74519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EF4B123-0577-4F10-986B-6BD86396A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685799"/>
            <a:ext cx="2810333" cy="4892040"/>
          </a:xfrm>
        </p:spPr>
        <p:txBody>
          <a:bodyPr>
            <a:normAutofit/>
          </a:bodyPr>
          <a:lstStyle/>
          <a:p>
            <a:pPr algn="r"/>
            <a:r>
              <a:rPr lang="en-US" sz="2700" b="1">
                <a:latin typeface="Calibri"/>
              </a:rPr>
              <a:t>Skills Demonstrated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8087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02EEE6B-1AD6-16B1-69F5-CDE813C49B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34971" y="685799"/>
          <a:ext cx="4716195" cy="4892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29448D9-8F1D-4CFE-93BA-E0272F0DB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5657850" cy="1507067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Final Thoughts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86075923-973A-7B72-AA61-E013BDF592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3158" y="685800"/>
          <a:ext cx="5619853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 descr="Digital padlock art">
            <a:extLst>
              <a:ext uri="{FF2B5EF4-FFF2-40B4-BE49-F238E27FC236}">
                <a16:creationId xmlns:a16="http://schemas.microsoft.com/office/drawing/2014/main" id="{7411AC45-4E1A-6CA7-5483-5EAF9C18C50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264" r="53636" b="-2"/>
          <a:stretch>
            <a:fillRect/>
          </a:stretch>
        </p:blipFill>
        <p:spPr>
          <a:xfrm>
            <a:off x="6615452" y="10"/>
            <a:ext cx="2528548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4749DEA-AC6C-4834-A330-03A1796B8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0CBC5D1-BAF0-454E-9D7C-68370AA95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ABB9F45-32F7-4915-A94F-F1E34B32D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EA6F09-00FD-4C50-A2DF-D0B1CC4C9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B8B975B-2618-4734-A401-FAB74519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EF4B123-0577-4F10-986B-6BD86396A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51</TotalTime>
  <Words>286</Words>
  <Application>Microsoft Office PowerPoint</Application>
  <PresentationFormat>On-screen Show (4:3)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Century Gothic</vt:lpstr>
      <vt:lpstr>Wingdings 3</vt:lpstr>
      <vt:lpstr>Slice</vt:lpstr>
      <vt:lpstr>SecurePay IAM Modernization</vt:lpstr>
      <vt:lpstr>Company Overview</vt:lpstr>
      <vt:lpstr>Identity &amp; Access Risks</vt:lpstr>
      <vt:lpstr>IAM Strategy</vt:lpstr>
      <vt:lpstr>Identity Architecture Overview</vt:lpstr>
      <vt:lpstr>Identity Structure</vt:lpstr>
      <vt:lpstr>RBAC Model</vt:lpstr>
      <vt:lpstr>Application Access Model</vt:lpstr>
      <vt:lpstr>Zero Trust Principles Applied</vt:lpstr>
      <vt:lpstr>Security Controls Implemented</vt:lpstr>
      <vt:lpstr>Business Outcomes</vt:lpstr>
      <vt:lpstr>Skills Demonstrated</vt:lpstr>
      <vt:lpstr>Final Thoughts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Kay Sherman</dc:creator>
  <cp:keywords/>
  <dc:description>generated using python-pptx</dc:description>
  <cp:lastModifiedBy>Kay Sherman</cp:lastModifiedBy>
  <cp:revision>2</cp:revision>
  <dcterms:created xsi:type="dcterms:W3CDTF">2013-01-27T09:14:16Z</dcterms:created>
  <dcterms:modified xsi:type="dcterms:W3CDTF">2026-04-03T03:14:25Z</dcterms:modified>
  <cp:category/>
</cp:coreProperties>
</file>