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33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SecureTech IAM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Zero Trust Identity &amp; Access Management</a:t>
            </a:r>
          </a:p>
          <a:p>
            <a:r>
              <a:t>Kamira Sherman</a:t>
            </a:r>
          </a:p>
          <a:p>
            <a:r>
              <a:t>Capella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cloud (AWS, Azure, On-Prem)</a:t>
            </a:r>
          </a:p>
          <a:p>
            <a:r>
              <a:t>Identity is primary attack surface</a:t>
            </a:r>
          </a:p>
          <a:p>
            <a:r>
              <a:t>Zero Trust + passwordless + MFA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IAM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Identity enumeration &amp; credential abuse</a:t>
            </a:r>
          </a:p>
          <a:p>
            <a:r>
              <a:t>Privilege sprawl</a:t>
            </a:r>
          </a:p>
          <a:p>
            <a:r>
              <a:t>Fragmented identity stores</a:t>
            </a:r>
          </a:p>
          <a:p>
            <a:r>
              <a:t>Implicit trust in networks</a:t>
            </a:r>
          </a:p>
          <a:p>
            <a:r>
              <a:t>Vendor/API risks</a:t>
            </a:r>
          </a:p>
          <a:p>
            <a:r>
              <a:t>Limited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Zero Trust Identity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Passwordless (FIDO2)</a:t>
            </a:r>
          </a:p>
          <a:p>
            <a:r>
              <a:t>Biometric authentication</a:t>
            </a:r>
          </a:p>
          <a:p>
            <a:r>
              <a:t>Conditional access</a:t>
            </a:r>
          </a:p>
          <a:p>
            <a:r>
              <a:t>Continuous authentication</a:t>
            </a:r>
          </a:p>
          <a:p>
            <a:r>
              <a:t>Unified identity provider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Privileged Access Modernization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Least privilege access</a:t>
            </a:r>
          </a:p>
          <a:p>
            <a:r>
              <a:t>Just-in-Time (JIT)</a:t>
            </a:r>
          </a:p>
          <a:p>
            <a:r>
              <a:t>Automated access reviews</a:t>
            </a:r>
          </a:p>
          <a:p>
            <a:r>
              <a:t>Identity-based segmentation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Centralized Identity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Federated identity provider</a:t>
            </a:r>
          </a:p>
          <a:p>
            <a:r>
              <a:t>Standardized policies</a:t>
            </a:r>
          </a:p>
          <a:p>
            <a:r>
              <a:t>Unified risk scoring</a:t>
            </a:r>
          </a:p>
          <a:p>
            <a:r>
              <a:t>Improved visibility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Micro-Segmentation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Identity-based access control</a:t>
            </a:r>
          </a:p>
          <a:p>
            <a:r>
              <a:t>IoT VLAN isolation</a:t>
            </a:r>
          </a:p>
          <a:p>
            <a:r>
              <a:t>Mutual TLS for internal traffic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Vendor &amp; API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Decentralized identity (DID)</a:t>
            </a:r>
          </a:p>
          <a:p>
            <a:r>
              <a:t>Verifiable credentials</a:t>
            </a:r>
          </a:p>
          <a:p>
            <a:r>
              <a:t>Certificate-based authentication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AI-Driven IAM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&amp; Entity Behavior Analytics (UEBA)</a:t>
            </a:r>
          </a:p>
          <a:p>
            <a:r>
              <a:t>SIEM integration</a:t>
            </a:r>
          </a:p>
          <a:p>
            <a:r>
              <a:t>Continuous monitoring</a:t>
            </a:r>
          </a:p>
          <a:p>
            <a:r>
              <a:t>ML baseline updates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Identity consolidation + MFA</a:t>
            </a:r>
          </a:p>
          <a:p>
            <a:r>
              <a:t>Phase 2: Zero Trust + segmentation</a:t>
            </a:r>
          </a:p>
          <a:p>
            <a:r>
              <a:t>Phase 3: JIT + AI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identity attacks</a:t>
            </a:r>
          </a:p>
          <a:p>
            <a:r>
              <a:t>Stronger compliance posture</a:t>
            </a:r>
          </a:p>
          <a:p>
            <a:r>
              <a:t>Improved visibility</a:t>
            </a:r>
          </a:p>
          <a:p>
            <a:r>
              <a:t>Secure hybrid cloud operations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Zero Trust IAM strengthens identity security</a:t>
            </a:r>
          </a:p>
          <a:p>
            <a:r>
              <a:t>Aligns with modern cybersecurity threats</a:t>
            </a:r>
          </a:p>
          <a:p>
            <a:r>
              <a:t>Supports long-term scalability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200</Words>
  <Application>Microsoft Office PowerPoint</Application>
  <PresentationFormat>On-screen Show (4:3)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SecureTech IAM Strategy</vt:lpstr>
      <vt:lpstr>Executive Summary</vt:lpstr>
      <vt:lpstr>Key IAM Challenges</vt:lpstr>
      <vt:lpstr>Zero Trust Identity Controls</vt:lpstr>
      <vt:lpstr>Privileged Access Modernization</vt:lpstr>
      <vt:lpstr>Centralized Identity Governance</vt:lpstr>
      <vt:lpstr>Micro-Segmentation Strategy</vt:lpstr>
      <vt:lpstr>Vendor &amp; API Security</vt:lpstr>
      <vt:lpstr>AI-Driven IAM Monitoring</vt:lpstr>
      <vt:lpstr>Implementation Roadmap</vt:lpstr>
      <vt:lpstr>Business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Kay Sherman</dc:creator>
  <cp:keywords/>
  <dc:description>generated using python-pptx</dc:description>
  <cp:lastModifiedBy>Kay Sherman</cp:lastModifiedBy>
  <cp:revision>1</cp:revision>
  <dcterms:created xsi:type="dcterms:W3CDTF">2013-01-27T09:14:16Z</dcterms:created>
  <dcterms:modified xsi:type="dcterms:W3CDTF">2026-03-24T00:46:11Z</dcterms:modified>
  <cp:category/>
</cp:coreProperties>
</file>